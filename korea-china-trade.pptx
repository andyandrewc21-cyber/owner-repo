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4" r:id="rId1"/>
    <p:sldMasterId id="2147483685" r:id="rId2"/>
  </p:sldMasterIdLst>
  <p:notesMasterIdLst>
    <p:notesMasterId r:id="rId8"/>
  </p:notesMasterIdLst>
  <p:sldIdLst>
    <p:sldId id="256" r:id="rId3"/>
    <p:sldId id="263" r:id="rId4"/>
    <p:sldId id="266" r:id="rId5"/>
    <p:sldId id="264" r:id="rId6"/>
    <p:sldId id="286" r:id="rId7"/>
    <p:sldId id="287" r:id="rId29"/>
    <p:sldId id="288" r:id="rId30"/>
  </p:sldIdLst>
  <p:sldSz cx="12192000" cy="6858000"/>
  <p:notesSz cx="6858000" cy="9144000"/>
  <p:embeddedFontLst>
    <p:embeddedFont>
      <p:font typeface="Albert Sans" pitchFamily="2" charset="77"/>
      <p:regular r:id="rId9"/>
      <p:bold r:id="rId10"/>
      <p:italic r:id="rId11"/>
      <p:boldItalic r:id="rId12"/>
    </p:embeddedFont>
    <p:embeddedFont>
      <p:font typeface="Anek Bangla" pitchFamily="2" charset="0"/>
      <p:regular r:id="rId13"/>
      <p:bold r:id="rId14"/>
    </p:embeddedFont>
    <p:embeddedFont>
      <p:font typeface="Anek Bangla Medium" pitchFamily="2" charset="0"/>
      <p:regular r:id="rId15"/>
      <p:bold r:id="rId16"/>
    </p:embeddedFont>
    <p:embeddedFont>
      <p:font typeface="Proxima Nova" panose="02000506030000020004" pitchFamily="2" charset="0"/>
      <p:regular r:id="rId17"/>
      <p:bold r:id="rId18"/>
      <p:italic r:id="rId19"/>
      <p:boldItalic r:id="rId20"/>
    </p:embeddedFont>
    <p:embeddedFont>
      <p:font typeface="Proxima Nova Semibold" panose="02000506030000020004" pitchFamily="2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96B6514-74F6-4317-915B-A18D4892B56A}">
  <a:tblStyle styleId="{F96B6514-74F6-4317-915B-A18D4892B56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771AF536-A070-408E-B5C0-6DC6F384A83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73"/>
  </p:normalViewPr>
  <p:slideViewPr>
    <p:cSldViewPr snapToGrid="0">
      <p:cViewPr varScale="1">
        <p:scale>
          <a:sx n="115" d="100"/>
          <a:sy n="115" d="100"/>
        </p:scale>
        <p:origin x="49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font" Target="fonts/font10.fntdata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font" Target="fonts/font13.fntdata"/><Relationship Id="rId7" Type="http://schemas.openxmlformats.org/officeDocument/2006/relationships/slide" Target="slides/slide5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8.fntdata"/><Relationship Id="rId20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font" Target="fonts/font3.fntdata"/><Relationship Id="rId24" Type="http://schemas.openxmlformats.org/officeDocument/2006/relationships/font" Target="fonts/font16.fntdata"/><Relationship Id="rId5" Type="http://schemas.openxmlformats.org/officeDocument/2006/relationships/slide" Target="slides/slide3.xml"/><Relationship Id="rId15" Type="http://schemas.openxmlformats.org/officeDocument/2006/relationships/font" Target="fonts/font7.fntdata"/><Relationship Id="rId23" Type="http://schemas.openxmlformats.org/officeDocument/2006/relationships/font" Target="fonts/font15.fntdata"/><Relationship Id="rId28" Type="http://schemas.openxmlformats.org/officeDocument/2006/relationships/tableStyles" Target="tableStyles.xml"/><Relationship Id="rId10" Type="http://schemas.openxmlformats.org/officeDocument/2006/relationships/font" Target="fonts/font2.fntdata"/><Relationship Id="rId19" Type="http://schemas.openxmlformats.org/officeDocument/2006/relationships/font" Target="fonts/font11.fntdata"/><Relationship Id="rId4" Type="http://schemas.openxmlformats.org/officeDocument/2006/relationships/slide" Target="slides/slide2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schemas.openxmlformats.org/officeDocument/2006/relationships/font" Target="fonts/font14.fntdata"/><Relationship Id="rId27" Type="http://schemas.openxmlformats.org/officeDocument/2006/relationships/theme" Target="theme/theme1.xml"/>  <Relationship Id="rId29" Type="http://schemas.openxmlformats.org/officeDocument/2006/relationships/slide" Target="slides/slide6.xml"/>
  <Relationship Id="rId30" Type="http://schemas.openxmlformats.org/officeDocument/2006/relationships/slide" Target="slides/slide7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29a3c2a2d37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2" name="Google Shape;392;g29a3c2a2d37_0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29a3c2a2d37_0_1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5" name="Google Shape;425;g29a3c2a2d37_0_1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29a3c2a2d37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Google Shape;401;g29a3c2a2d37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g29a3c2a2d37_0_180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6" name="Google Shape;716;g29a3c2a2d37_0_180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268767" y="716033"/>
            <a:ext cx="6356000" cy="3864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268767" y="5219967"/>
            <a:ext cx="3128400" cy="922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133">
                <a:solidFill>
                  <a:srgbClr val="272727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12" name="Google Shape;12;p2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2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950967" y="3241100"/>
            <a:ext cx="3941200" cy="2025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5333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2" hasCustomPrompt="1"/>
          </p:nvPr>
        </p:nvSpPr>
        <p:spPr>
          <a:xfrm>
            <a:off x="950967" y="716033"/>
            <a:ext cx="1166000" cy="736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>
                <a:solidFill>
                  <a:schemeClr val="lt1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t>xx%</a:t>
            </a:r>
          </a:p>
        </p:txBody>
      </p:sp>
      <p:grpSp>
        <p:nvGrpSpPr>
          <p:cNvPr id="17" name="Google Shape;17;p3"/>
          <p:cNvGrpSpPr/>
          <p:nvPr/>
        </p:nvGrpSpPr>
        <p:grpSpPr>
          <a:xfrm>
            <a:off x="11241017" y="-57133"/>
            <a:ext cx="950965" cy="6965533"/>
            <a:chOff x="11458400" y="-57133"/>
            <a:chExt cx="733600" cy="6965533"/>
          </a:xfrm>
        </p:grpSpPr>
        <p:sp>
          <p:nvSpPr>
            <p:cNvPr id="18" name="Google Shape;18;p3"/>
            <p:cNvSpPr/>
            <p:nvPr/>
          </p:nvSpPr>
          <p:spPr>
            <a:xfrm>
              <a:off x="11458400" y="-57133"/>
              <a:ext cx="733600" cy="2998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9" name="Google Shape;19;p3"/>
            <p:cNvSpPr/>
            <p:nvPr/>
          </p:nvSpPr>
          <p:spPr>
            <a:xfrm>
              <a:off x="114584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1531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6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1"/>
          </p:nvPr>
        </p:nvSpPr>
        <p:spPr>
          <a:xfrm>
            <a:off x="950967" y="2120700"/>
            <a:ext cx="4316000" cy="2942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2"/>
          </p:nvPr>
        </p:nvSpPr>
        <p:spPr>
          <a:xfrm>
            <a:off x="6202576" y="2120700"/>
            <a:ext cx="4316000" cy="2942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27" name="Google Shape;27;p5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8" name="Google Shape;28;p5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9" name="Google Shape;29;p5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30" name="Google Shape;30;p5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31" name="Google Shape;31;p5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2" name="Google Shape;32;p5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grpSp>
        <p:nvGrpSpPr>
          <p:cNvPr id="35" name="Google Shape;35;p6"/>
          <p:cNvGrpSpPr/>
          <p:nvPr/>
        </p:nvGrpSpPr>
        <p:grpSpPr>
          <a:xfrm>
            <a:off x="-158500" y="-57133"/>
            <a:ext cx="733600" cy="6965533"/>
            <a:chOff x="-158500" y="-57133"/>
            <a:chExt cx="733600" cy="6965533"/>
          </a:xfrm>
        </p:grpSpPr>
        <p:sp>
          <p:nvSpPr>
            <p:cNvPr id="36" name="Google Shape;36;p6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38" name="Google Shape;38;p6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39" name="Google Shape;39;p6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40" name="Google Shape;40;p6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3039700" y="1784793"/>
            <a:ext cx="5942800" cy="873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subTitle" idx="1"/>
          </p:nvPr>
        </p:nvSpPr>
        <p:spPr>
          <a:xfrm>
            <a:off x="3039700" y="2810807"/>
            <a:ext cx="5942800" cy="2262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grpSp>
        <p:nvGrpSpPr>
          <p:cNvPr id="44" name="Google Shape;44;p7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45" name="Google Shape;45;p7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46" name="Google Shape;46;p7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2"/>
        </a:solidFill>
        <a:effectLst/>
      </p:bgPr>
    </p:bg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"/>
          <p:cNvSpPr txBox="1">
            <a:spLocks noGrp="1"/>
          </p:cNvSpPr>
          <p:nvPr>
            <p:ph type="title"/>
          </p:nvPr>
        </p:nvSpPr>
        <p:spPr>
          <a:xfrm>
            <a:off x="950967" y="2053400"/>
            <a:ext cx="5084400" cy="2570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5913533" y="1419067"/>
            <a:ext cx="4902400" cy="1412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>
            <a:off x="5913267" y="4458200"/>
            <a:ext cx="4902400" cy="1257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grpSp>
        <p:nvGrpSpPr>
          <p:cNvPr id="52" name="Google Shape;52;p9"/>
          <p:cNvGrpSpPr/>
          <p:nvPr/>
        </p:nvGrpSpPr>
        <p:grpSpPr>
          <a:xfrm>
            <a:off x="11422400" y="0"/>
            <a:ext cx="769600" cy="1539200"/>
            <a:chOff x="0" y="0"/>
            <a:chExt cx="769600" cy="1539200"/>
          </a:xfrm>
        </p:grpSpPr>
        <p:sp>
          <p:nvSpPr>
            <p:cNvPr id="53" name="Google Shape;53;p9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54" name="Google Shape;54;p9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>
            <a:spLocks noGrp="1"/>
          </p:cNvSpPr>
          <p:nvPr>
            <p:ph type="pic" idx="2"/>
          </p:nvPr>
        </p:nvSpPr>
        <p:spPr>
          <a:xfrm>
            <a:off x="167" y="-167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10"/>
          <p:cNvSpPr txBox="1">
            <a:spLocks noGrp="1"/>
          </p:cNvSpPr>
          <p:nvPr>
            <p:ph type="body" idx="1"/>
          </p:nvPr>
        </p:nvSpPr>
        <p:spPr>
          <a:xfrm>
            <a:off x="950967" y="5026767"/>
            <a:ext cx="3401600" cy="11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 hasCustomPrompt="1"/>
          </p:nvPr>
        </p:nvSpPr>
        <p:spPr>
          <a:xfrm>
            <a:off x="950967" y="1772833"/>
            <a:ext cx="5560000" cy="1468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>
            <a:spLocks noGrp="1"/>
          </p:cNvSpPr>
          <p:nvPr>
            <p:ph type="subTitle" idx="1"/>
          </p:nvPr>
        </p:nvSpPr>
        <p:spPr>
          <a:xfrm>
            <a:off x="950967" y="4865633"/>
            <a:ext cx="3587200" cy="963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grpSp>
        <p:nvGrpSpPr>
          <p:cNvPr id="61" name="Google Shape;61;p11"/>
          <p:cNvGrpSpPr/>
          <p:nvPr/>
        </p:nvGrpSpPr>
        <p:grpSpPr>
          <a:xfrm rot="5400000" flipH="1">
            <a:off x="383133" y="-1144667"/>
            <a:ext cx="1530367" cy="2296667"/>
            <a:chOff x="11422400" y="0"/>
            <a:chExt cx="1530367" cy="2296667"/>
          </a:xfrm>
        </p:grpSpPr>
        <p:grpSp>
          <p:nvGrpSpPr>
            <p:cNvPr id="62" name="Google Shape;62;p11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63" name="Google Shape;63;p11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64" name="Google Shape;64;p11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65" name="Google Shape;65;p11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16">
    <p:bg>
      <p:bgPr>
        <a:solidFill>
          <a:schemeClr val="accent5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3"/>
          <p:cNvSpPr txBox="1">
            <a:spLocks noGrp="1"/>
          </p:cNvSpPr>
          <p:nvPr>
            <p:ph type="title"/>
          </p:nvPr>
        </p:nvSpPr>
        <p:spPr>
          <a:xfrm>
            <a:off x="7299833" y="3226567"/>
            <a:ext cx="3941200" cy="2025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5333">
                <a:solidFill>
                  <a:schemeClr val="l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9" name="Google Shape;69;p13"/>
          <p:cNvSpPr txBox="1">
            <a:spLocks noGrp="1"/>
          </p:cNvSpPr>
          <p:nvPr>
            <p:ph type="title" idx="2" hasCustomPrompt="1"/>
          </p:nvPr>
        </p:nvSpPr>
        <p:spPr>
          <a:xfrm>
            <a:off x="10075033" y="716033"/>
            <a:ext cx="1166000" cy="736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>
                <a:solidFill>
                  <a:schemeClr val="lt1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t>xx%</a:t>
            </a:r>
          </a:p>
        </p:txBody>
      </p:sp>
      <p:grpSp>
        <p:nvGrpSpPr>
          <p:cNvPr id="70" name="Google Shape;70;p13"/>
          <p:cNvGrpSpPr/>
          <p:nvPr/>
        </p:nvGrpSpPr>
        <p:grpSpPr>
          <a:xfrm>
            <a:off x="0" y="-57133"/>
            <a:ext cx="950965" cy="6965567"/>
            <a:chOff x="11458412" y="-57133"/>
            <a:chExt cx="733600" cy="6965567"/>
          </a:xfrm>
        </p:grpSpPr>
        <p:sp>
          <p:nvSpPr>
            <p:cNvPr id="71" name="Google Shape;71;p13"/>
            <p:cNvSpPr/>
            <p:nvPr/>
          </p:nvSpPr>
          <p:spPr>
            <a:xfrm>
              <a:off x="11458412" y="-57133"/>
              <a:ext cx="733600" cy="13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72" name="Google Shape;72;p13"/>
            <p:cNvSpPr/>
            <p:nvPr/>
          </p:nvSpPr>
          <p:spPr>
            <a:xfrm>
              <a:off x="11458412" y="1222833"/>
              <a:ext cx="733600" cy="5685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4"/>
          <p:cNvSpPr txBox="1">
            <a:spLocks noGrp="1"/>
          </p:cNvSpPr>
          <p:nvPr>
            <p:ph type="subTitle" idx="1"/>
          </p:nvPr>
        </p:nvSpPr>
        <p:spPr>
          <a:xfrm>
            <a:off x="950967" y="2478333"/>
            <a:ext cx="20484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75" name="Google Shape;75;p14"/>
          <p:cNvSpPr txBox="1">
            <a:spLocks noGrp="1"/>
          </p:cNvSpPr>
          <p:nvPr>
            <p:ph type="subTitle" idx="2"/>
          </p:nvPr>
        </p:nvSpPr>
        <p:spPr>
          <a:xfrm>
            <a:off x="950967" y="4770819"/>
            <a:ext cx="20484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76" name="Google Shape;76;p14"/>
          <p:cNvSpPr txBox="1">
            <a:spLocks noGrp="1"/>
          </p:cNvSpPr>
          <p:nvPr>
            <p:ph type="subTitle" idx="3"/>
          </p:nvPr>
        </p:nvSpPr>
        <p:spPr>
          <a:xfrm>
            <a:off x="4179733" y="2478333"/>
            <a:ext cx="20484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77" name="Google Shape;77;p14"/>
          <p:cNvSpPr txBox="1">
            <a:spLocks noGrp="1"/>
          </p:cNvSpPr>
          <p:nvPr>
            <p:ph type="subTitle" idx="4"/>
          </p:nvPr>
        </p:nvSpPr>
        <p:spPr>
          <a:xfrm>
            <a:off x="4179733" y="4770819"/>
            <a:ext cx="20484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78" name="Google Shape;78;p14"/>
          <p:cNvSpPr txBox="1">
            <a:spLocks noGrp="1"/>
          </p:cNvSpPr>
          <p:nvPr>
            <p:ph type="subTitle" idx="5"/>
          </p:nvPr>
        </p:nvSpPr>
        <p:spPr>
          <a:xfrm>
            <a:off x="7408500" y="2478333"/>
            <a:ext cx="20484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79" name="Google Shape;79;p14"/>
          <p:cNvSpPr txBox="1">
            <a:spLocks noGrp="1"/>
          </p:cNvSpPr>
          <p:nvPr>
            <p:ph type="subTitle" idx="6"/>
          </p:nvPr>
        </p:nvSpPr>
        <p:spPr>
          <a:xfrm>
            <a:off x="7408500" y="4770819"/>
            <a:ext cx="20484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grpSp>
        <p:nvGrpSpPr>
          <p:cNvPr id="80" name="Google Shape;80;p14"/>
          <p:cNvGrpSpPr/>
          <p:nvPr/>
        </p:nvGrpSpPr>
        <p:grpSpPr>
          <a:xfrm>
            <a:off x="11422400" y="0"/>
            <a:ext cx="1530367" cy="2296667"/>
            <a:chOff x="11422400" y="0"/>
            <a:chExt cx="1530367" cy="2296667"/>
          </a:xfrm>
        </p:grpSpPr>
        <p:grpSp>
          <p:nvGrpSpPr>
            <p:cNvPr id="81" name="Google Shape;81;p14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82" name="Google Shape;82;p14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83" name="Google Shape;83;p14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84" name="Google Shape;84;p14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85" name="Google Shape;85;p14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86" name="Google Shape;86;p14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87" name="Google Shape;87;p14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sp>
        <p:nvSpPr>
          <p:cNvPr id="88" name="Google Shape;88;p14"/>
          <p:cNvSpPr txBox="1">
            <a:spLocks noGrp="1"/>
          </p:cNvSpPr>
          <p:nvPr>
            <p:ph type="title" hasCustomPrompt="1"/>
          </p:nvPr>
        </p:nvSpPr>
        <p:spPr>
          <a:xfrm>
            <a:off x="950967" y="1934733"/>
            <a:ext cx="1286800" cy="54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89" name="Google Shape;89;p14"/>
          <p:cNvSpPr txBox="1">
            <a:spLocks noGrp="1"/>
          </p:cNvSpPr>
          <p:nvPr>
            <p:ph type="title" idx="7" hasCustomPrompt="1"/>
          </p:nvPr>
        </p:nvSpPr>
        <p:spPr>
          <a:xfrm>
            <a:off x="950967" y="4225633"/>
            <a:ext cx="1286800" cy="54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0" name="Google Shape;90;p14"/>
          <p:cNvSpPr txBox="1">
            <a:spLocks noGrp="1"/>
          </p:cNvSpPr>
          <p:nvPr>
            <p:ph type="title" idx="8" hasCustomPrompt="1"/>
          </p:nvPr>
        </p:nvSpPr>
        <p:spPr>
          <a:xfrm>
            <a:off x="4179733" y="1934733"/>
            <a:ext cx="1286800" cy="54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1" name="Google Shape;91;p14"/>
          <p:cNvSpPr txBox="1">
            <a:spLocks noGrp="1"/>
          </p:cNvSpPr>
          <p:nvPr>
            <p:ph type="title" idx="9" hasCustomPrompt="1"/>
          </p:nvPr>
        </p:nvSpPr>
        <p:spPr>
          <a:xfrm>
            <a:off x="4179733" y="4225633"/>
            <a:ext cx="1286800" cy="54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2" name="Google Shape;92;p14"/>
          <p:cNvSpPr txBox="1">
            <a:spLocks noGrp="1"/>
          </p:cNvSpPr>
          <p:nvPr>
            <p:ph type="title" idx="13" hasCustomPrompt="1"/>
          </p:nvPr>
        </p:nvSpPr>
        <p:spPr>
          <a:xfrm>
            <a:off x="7408500" y="1934733"/>
            <a:ext cx="1286800" cy="54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3" name="Google Shape;93;p14"/>
          <p:cNvSpPr txBox="1">
            <a:spLocks noGrp="1"/>
          </p:cNvSpPr>
          <p:nvPr>
            <p:ph type="title" idx="14" hasCustomPrompt="1"/>
          </p:nvPr>
        </p:nvSpPr>
        <p:spPr>
          <a:xfrm>
            <a:off x="7408500" y="4225633"/>
            <a:ext cx="1286800" cy="54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4" name="Google Shape;94;p14"/>
          <p:cNvSpPr txBox="1">
            <a:spLocks noGrp="1"/>
          </p:cNvSpPr>
          <p:nvPr>
            <p:ph type="title" idx="15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1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5"/>
          <p:cNvSpPr txBox="1">
            <a:spLocks noGrp="1"/>
          </p:cNvSpPr>
          <p:nvPr>
            <p:ph type="subTitle" idx="1"/>
          </p:nvPr>
        </p:nvSpPr>
        <p:spPr>
          <a:xfrm>
            <a:off x="950967" y="2302667"/>
            <a:ext cx="3226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97" name="Google Shape;97;p15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5"/>
          <p:cNvSpPr txBox="1">
            <a:spLocks noGrp="1"/>
          </p:cNvSpPr>
          <p:nvPr>
            <p:ph type="subTitle" idx="2"/>
          </p:nvPr>
        </p:nvSpPr>
        <p:spPr>
          <a:xfrm>
            <a:off x="950967" y="2935867"/>
            <a:ext cx="3226000" cy="2167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99" name="Google Shape;99;p15"/>
          <p:cNvSpPr txBox="1">
            <a:spLocks noGrp="1"/>
          </p:cNvSpPr>
          <p:nvPr>
            <p:ph type="subTitle" idx="3"/>
          </p:nvPr>
        </p:nvSpPr>
        <p:spPr>
          <a:xfrm>
            <a:off x="5287633" y="2302667"/>
            <a:ext cx="3226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00" name="Google Shape;100;p15"/>
          <p:cNvSpPr txBox="1">
            <a:spLocks noGrp="1"/>
          </p:cNvSpPr>
          <p:nvPr>
            <p:ph type="subTitle" idx="4"/>
          </p:nvPr>
        </p:nvSpPr>
        <p:spPr>
          <a:xfrm>
            <a:off x="5287633" y="2935867"/>
            <a:ext cx="3226000" cy="2167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101" name="Google Shape;101;p15"/>
          <p:cNvGrpSpPr/>
          <p:nvPr/>
        </p:nvGrpSpPr>
        <p:grpSpPr>
          <a:xfrm>
            <a:off x="11458400" y="-57133"/>
            <a:ext cx="733600" cy="6965533"/>
            <a:chOff x="-158500" y="-57133"/>
            <a:chExt cx="733600" cy="6965533"/>
          </a:xfrm>
        </p:grpSpPr>
        <p:sp>
          <p:nvSpPr>
            <p:cNvPr id="102" name="Google Shape;102;p15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03" name="Google Shape;103;p15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04" name="Google Shape;104;p15"/>
          <p:cNvGrpSpPr/>
          <p:nvPr/>
        </p:nvGrpSpPr>
        <p:grpSpPr>
          <a:xfrm>
            <a:off x="0" y="5330933"/>
            <a:ext cx="1530367" cy="1527067"/>
            <a:chOff x="11422400" y="769600"/>
            <a:chExt cx="1530367" cy="1527067"/>
          </a:xfrm>
        </p:grpSpPr>
        <p:sp>
          <p:nvSpPr>
            <p:cNvPr id="105" name="Google Shape;105;p15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06" name="Google Shape;106;p15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2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>
            <a:spLocks noGrp="1"/>
          </p:cNvSpPr>
          <p:nvPr>
            <p:ph type="subTitle" idx="1"/>
          </p:nvPr>
        </p:nvSpPr>
        <p:spPr>
          <a:xfrm>
            <a:off x="950967" y="2303007"/>
            <a:ext cx="288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09" name="Google Shape;109;p16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16"/>
          <p:cNvSpPr txBox="1">
            <a:spLocks noGrp="1"/>
          </p:cNvSpPr>
          <p:nvPr>
            <p:ph type="subTitle" idx="2"/>
          </p:nvPr>
        </p:nvSpPr>
        <p:spPr>
          <a:xfrm>
            <a:off x="950967" y="2936207"/>
            <a:ext cx="2888000" cy="1944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11" name="Google Shape;111;p16"/>
          <p:cNvSpPr txBox="1">
            <a:spLocks noGrp="1"/>
          </p:cNvSpPr>
          <p:nvPr>
            <p:ph type="subTitle" idx="3"/>
          </p:nvPr>
        </p:nvSpPr>
        <p:spPr>
          <a:xfrm>
            <a:off x="4385917" y="2303007"/>
            <a:ext cx="288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12" name="Google Shape;112;p16"/>
          <p:cNvSpPr txBox="1">
            <a:spLocks noGrp="1"/>
          </p:cNvSpPr>
          <p:nvPr>
            <p:ph type="subTitle" idx="4"/>
          </p:nvPr>
        </p:nvSpPr>
        <p:spPr>
          <a:xfrm>
            <a:off x="4385917" y="2936207"/>
            <a:ext cx="2888000" cy="1944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13" name="Google Shape;113;p16"/>
          <p:cNvSpPr txBox="1">
            <a:spLocks noGrp="1"/>
          </p:cNvSpPr>
          <p:nvPr>
            <p:ph type="subTitle" idx="5"/>
          </p:nvPr>
        </p:nvSpPr>
        <p:spPr>
          <a:xfrm>
            <a:off x="7820867" y="2303007"/>
            <a:ext cx="288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14" name="Google Shape;114;p16"/>
          <p:cNvSpPr txBox="1">
            <a:spLocks noGrp="1"/>
          </p:cNvSpPr>
          <p:nvPr>
            <p:ph type="subTitle" idx="6"/>
          </p:nvPr>
        </p:nvSpPr>
        <p:spPr>
          <a:xfrm>
            <a:off x="7820867" y="2936207"/>
            <a:ext cx="2888000" cy="1944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115" name="Google Shape;115;p16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116" name="Google Shape;116;p16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17" name="Google Shape;117;p16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CUSTOM_15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>
            <a:spLocks noGrp="1"/>
          </p:cNvSpPr>
          <p:nvPr>
            <p:ph type="subTitle" idx="1"/>
          </p:nvPr>
        </p:nvSpPr>
        <p:spPr>
          <a:xfrm>
            <a:off x="950967" y="4508200"/>
            <a:ext cx="288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20" name="Google Shape;120;p17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17"/>
          <p:cNvSpPr txBox="1">
            <a:spLocks noGrp="1"/>
          </p:cNvSpPr>
          <p:nvPr>
            <p:ph type="subTitle" idx="2"/>
          </p:nvPr>
        </p:nvSpPr>
        <p:spPr>
          <a:xfrm>
            <a:off x="950967" y="5141400"/>
            <a:ext cx="288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22" name="Google Shape;122;p17"/>
          <p:cNvSpPr txBox="1">
            <a:spLocks noGrp="1"/>
          </p:cNvSpPr>
          <p:nvPr>
            <p:ph type="subTitle" idx="3"/>
          </p:nvPr>
        </p:nvSpPr>
        <p:spPr>
          <a:xfrm>
            <a:off x="4326933" y="4508200"/>
            <a:ext cx="288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23" name="Google Shape;123;p17"/>
          <p:cNvSpPr txBox="1">
            <a:spLocks noGrp="1"/>
          </p:cNvSpPr>
          <p:nvPr>
            <p:ph type="subTitle" idx="4"/>
          </p:nvPr>
        </p:nvSpPr>
        <p:spPr>
          <a:xfrm>
            <a:off x="4326933" y="5141400"/>
            <a:ext cx="288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24" name="Google Shape;124;p17"/>
          <p:cNvSpPr txBox="1">
            <a:spLocks noGrp="1"/>
          </p:cNvSpPr>
          <p:nvPr>
            <p:ph type="subTitle" idx="5"/>
          </p:nvPr>
        </p:nvSpPr>
        <p:spPr>
          <a:xfrm>
            <a:off x="7702900" y="4508200"/>
            <a:ext cx="288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25" name="Google Shape;125;p17"/>
          <p:cNvSpPr txBox="1">
            <a:spLocks noGrp="1"/>
          </p:cNvSpPr>
          <p:nvPr>
            <p:ph type="subTitle" idx="6"/>
          </p:nvPr>
        </p:nvSpPr>
        <p:spPr>
          <a:xfrm>
            <a:off x="7702900" y="5141400"/>
            <a:ext cx="288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126" name="Google Shape;126;p17"/>
          <p:cNvGrpSpPr/>
          <p:nvPr/>
        </p:nvGrpSpPr>
        <p:grpSpPr>
          <a:xfrm>
            <a:off x="11458400" y="-57133"/>
            <a:ext cx="733600" cy="6965533"/>
            <a:chOff x="-158500" y="-57133"/>
            <a:chExt cx="733600" cy="6965533"/>
          </a:xfrm>
        </p:grpSpPr>
        <p:sp>
          <p:nvSpPr>
            <p:cNvPr id="127" name="Google Shape;127;p17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28" name="Google Shape;128;p17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29" name="Google Shape;129;p17"/>
          <p:cNvGrpSpPr/>
          <p:nvPr/>
        </p:nvGrpSpPr>
        <p:grpSpPr>
          <a:xfrm>
            <a:off x="0" y="5330933"/>
            <a:ext cx="1530367" cy="1527067"/>
            <a:chOff x="11422400" y="769600"/>
            <a:chExt cx="1530367" cy="1527067"/>
          </a:xfrm>
        </p:grpSpPr>
        <p:sp>
          <p:nvSpPr>
            <p:cNvPr id="130" name="Google Shape;130;p17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31" name="Google Shape;131;p17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3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8"/>
          <p:cNvSpPr txBox="1">
            <a:spLocks noGrp="1"/>
          </p:cNvSpPr>
          <p:nvPr>
            <p:ph type="subTitle" idx="1"/>
          </p:nvPr>
        </p:nvSpPr>
        <p:spPr>
          <a:xfrm>
            <a:off x="950967" y="1831633"/>
            <a:ext cx="3704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34" name="Google Shape;134;p18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18"/>
          <p:cNvSpPr txBox="1">
            <a:spLocks noGrp="1"/>
          </p:cNvSpPr>
          <p:nvPr>
            <p:ph type="subTitle" idx="2"/>
          </p:nvPr>
        </p:nvSpPr>
        <p:spPr>
          <a:xfrm>
            <a:off x="950967" y="2464833"/>
            <a:ext cx="37040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36" name="Google Shape;136;p18"/>
          <p:cNvSpPr txBox="1">
            <a:spLocks noGrp="1"/>
          </p:cNvSpPr>
          <p:nvPr>
            <p:ph type="subTitle" idx="3"/>
          </p:nvPr>
        </p:nvSpPr>
        <p:spPr>
          <a:xfrm>
            <a:off x="5580279" y="1831633"/>
            <a:ext cx="3704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37" name="Google Shape;137;p18"/>
          <p:cNvSpPr txBox="1">
            <a:spLocks noGrp="1"/>
          </p:cNvSpPr>
          <p:nvPr>
            <p:ph type="subTitle" idx="4"/>
          </p:nvPr>
        </p:nvSpPr>
        <p:spPr>
          <a:xfrm>
            <a:off x="5580272" y="2464833"/>
            <a:ext cx="37040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38" name="Google Shape;138;p18"/>
          <p:cNvSpPr txBox="1">
            <a:spLocks noGrp="1"/>
          </p:cNvSpPr>
          <p:nvPr>
            <p:ph type="subTitle" idx="5"/>
          </p:nvPr>
        </p:nvSpPr>
        <p:spPr>
          <a:xfrm>
            <a:off x="950967" y="4022667"/>
            <a:ext cx="3704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39" name="Google Shape;139;p18"/>
          <p:cNvSpPr txBox="1">
            <a:spLocks noGrp="1"/>
          </p:cNvSpPr>
          <p:nvPr>
            <p:ph type="subTitle" idx="6"/>
          </p:nvPr>
        </p:nvSpPr>
        <p:spPr>
          <a:xfrm>
            <a:off x="950967" y="4655867"/>
            <a:ext cx="37040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40" name="Google Shape;140;p18"/>
          <p:cNvSpPr txBox="1">
            <a:spLocks noGrp="1"/>
          </p:cNvSpPr>
          <p:nvPr>
            <p:ph type="subTitle" idx="7"/>
          </p:nvPr>
        </p:nvSpPr>
        <p:spPr>
          <a:xfrm>
            <a:off x="5580279" y="4022667"/>
            <a:ext cx="3704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41" name="Google Shape;141;p18"/>
          <p:cNvSpPr txBox="1">
            <a:spLocks noGrp="1"/>
          </p:cNvSpPr>
          <p:nvPr>
            <p:ph type="subTitle" idx="8"/>
          </p:nvPr>
        </p:nvSpPr>
        <p:spPr>
          <a:xfrm>
            <a:off x="5580272" y="4655867"/>
            <a:ext cx="37040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142" name="Google Shape;142;p18"/>
          <p:cNvGrpSpPr/>
          <p:nvPr/>
        </p:nvGrpSpPr>
        <p:grpSpPr>
          <a:xfrm>
            <a:off x="10989956" y="0"/>
            <a:ext cx="1202304" cy="6858000"/>
            <a:chOff x="9485233" y="0"/>
            <a:chExt cx="2784400" cy="6858000"/>
          </a:xfrm>
        </p:grpSpPr>
        <p:sp>
          <p:nvSpPr>
            <p:cNvPr id="143" name="Google Shape;143;p18"/>
            <p:cNvSpPr/>
            <p:nvPr/>
          </p:nvSpPr>
          <p:spPr>
            <a:xfrm>
              <a:off x="9485233" y="5550800"/>
              <a:ext cx="2784400" cy="1307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4" name="Google Shape;144;p18"/>
            <p:cNvSpPr/>
            <p:nvPr/>
          </p:nvSpPr>
          <p:spPr>
            <a:xfrm>
              <a:off x="9485233" y="3333733"/>
              <a:ext cx="2784400" cy="2372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5" name="Google Shape;145;p18"/>
            <p:cNvSpPr/>
            <p:nvPr/>
          </p:nvSpPr>
          <p:spPr>
            <a:xfrm>
              <a:off x="9485233" y="0"/>
              <a:ext cx="2784400" cy="3429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46" name="Google Shape;146;p18"/>
          <p:cNvGrpSpPr/>
          <p:nvPr/>
        </p:nvGrpSpPr>
        <p:grpSpPr>
          <a:xfrm flipH="1">
            <a:off x="0" y="5339600"/>
            <a:ext cx="1526367" cy="1518400"/>
            <a:chOff x="10665633" y="5339600"/>
            <a:chExt cx="1526367" cy="1518400"/>
          </a:xfrm>
        </p:grpSpPr>
        <p:sp>
          <p:nvSpPr>
            <p:cNvPr id="147" name="Google Shape;147;p18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8" name="Google Shape;148;p18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4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9"/>
          <p:cNvSpPr txBox="1">
            <a:spLocks noGrp="1"/>
          </p:cNvSpPr>
          <p:nvPr>
            <p:ph type="subTitle" idx="1"/>
          </p:nvPr>
        </p:nvSpPr>
        <p:spPr>
          <a:xfrm>
            <a:off x="950967" y="1831633"/>
            <a:ext cx="32652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51" name="Google Shape;151;p19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19"/>
          <p:cNvSpPr txBox="1">
            <a:spLocks noGrp="1"/>
          </p:cNvSpPr>
          <p:nvPr>
            <p:ph type="subTitle" idx="2"/>
          </p:nvPr>
        </p:nvSpPr>
        <p:spPr>
          <a:xfrm>
            <a:off x="950967" y="2464833"/>
            <a:ext cx="3265200" cy="119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53" name="Google Shape;153;p19"/>
          <p:cNvSpPr txBox="1">
            <a:spLocks noGrp="1"/>
          </p:cNvSpPr>
          <p:nvPr>
            <p:ph type="subTitle" idx="3"/>
          </p:nvPr>
        </p:nvSpPr>
        <p:spPr>
          <a:xfrm>
            <a:off x="4463411" y="1831633"/>
            <a:ext cx="32652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54" name="Google Shape;154;p19"/>
          <p:cNvSpPr txBox="1">
            <a:spLocks noGrp="1"/>
          </p:cNvSpPr>
          <p:nvPr>
            <p:ph type="subTitle" idx="4"/>
          </p:nvPr>
        </p:nvSpPr>
        <p:spPr>
          <a:xfrm>
            <a:off x="4463415" y="2464833"/>
            <a:ext cx="3265200" cy="119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55" name="Google Shape;155;p19"/>
          <p:cNvSpPr txBox="1">
            <a:spLocks noGrp="1"/>
          </p:cNvSpPr>
          <p:nvPr>
            <p:ph type="subTitle" idx="5"/>
          </p:nvPr>
        </p:nvSpPr>
        <p:spPr>
          <a:xfrm>
            <a:off x="7975856" y="1831633"/>
            <a:ext cx="32652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56" name="Google Shape;156;p19"/>
          <p:cNvSpPr txBox="1">
            <a:spLocks noGrp="1"/>
          </p:cNvSpPr>
          <p:nvPr>
            <p:ph type="subTitle" idx="6"/>
          </p:nvPr>
        </p:nvSpPr>
        <p:spPr>
          <a:xfrm>
            <a:off x="7975863" y="2464833"/>
            <a:ext cx="3265200" cy="119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57" name="Google Shape;157;p19"/>
          <p:cNvSpPr txBox="1">
            <a:spLocks noGrp="1"/>
          </p:cNvSpPr>
          <p:nvPr>
            <p:ph type="subTitle" idx="7"/>
          </p:nvPr>
        </p:nvSpPr>
        <p:spPr>
          <a:xfrm>
            <a:off x="950967" y="4022667"/>
            <a:ext cx="32652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58" name="Google Shape;158;p19"/>
          <p:cNvSpPr txBox="1">
            <a:spLocks noGrp="1"/>
          </p:cNvSpPr>
          <p:nvPr>
            <p:ph type="subTitle" idx="8"/>
          </p:nvPr>
        </p:nvSpPr>
        <p:spPr>
          <a:xfrm>
            <a:off x="950967" y="4655867"/>
            <a:ext cx="3265200" cy="119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59" name="Google Shape;159;p19"/>
          <p:cNvSpPr txBox="1">
            <a:spLocks noGrp="1"/>
          </p:cNvSpPr>
          <p:nvPr>
            <p:ph type="subTitle" idx="9"/>
          </p:nvPr>
        </p:nvSpPr>
        <p:spPr>
          <a:xfrm>
            <a:off x="4463411" y="4022667"/>
            <a:ext cx="32652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60" name="Google Shape;160;p19"/>
          <p:cNvSpPr txBox="1">
            <a:spLocks noGrp="1"/>
          </p:cNvSpPr>
          <p:nvPr>
            <p:ph type="subTitle" idx="13"/>
          </p:nvPr>
        </p:nvSpPr>
        <p:spPr>
          <a:xfrm>
            <a:off x="4463415" y="4655867"/>
            <a:ext cx="3265200" cy="119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61" name="Google Shape;161;p19"/>
          <p:cNvSpPr txBox="1">
            <a:spLocks noGrp="1"/>
          </p:cNvSpPr>
          <p:nvPr>
            <p:ph type="subTitle" idx="14"/>
          </p:nvPr>
        </p:nvSpPr>
        <p:spPr>
          <a:xfrm>
            <a:off x="7975856" y="4022667"/>
            <a:ext cx="32652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62" name="Google Shape;162;p19"/>
          <p:cNvSpPr txBox="1">
            <a:spLocks noGrp="1"/>
          </p:cNvSpPr>
          <p:nvPr>
            <p:ph type="subTitle" idx="15"/>
          </p:nvPr>
        </p:nvSpPr>
        <p:spPr>
          <a:xfrm>
            <a:off x="7975863" y="4655867"/>
            <a:ext cx="3265200" cy="119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163" name="Google Shape;163;p19"/>
          <p:cNvGrpSpPr/>
          <p:nvPr/>
        </p:nvGrpSpPr>
        <p:grpSpPr>
          <a:xfrm>
            <a:off x="-158500" y="-57133"/>
            <a:ext cx="733600" cy="6965533"/>
            <a:chOff x="-158500" y="-57133"/>
            <a:chExt cx="733600" cy="6965533"/>
          </a:xfrm>
        </p:grpSpPr>
        <p:sp>
          <p:nvSpPr>
            <p:cNvPr id="164" name="Google Shape;164;p19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65" name="Google Shape;165;p19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eight columns">
  <p:cSld name="CUSTOM_17"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0"/>
          <p:cNvSpPr txBox="1">
            <a:spLocks noGrp="1"/>
          </p:cNvSpPr>
          <p:nvPr>
            <p:ph type="subTitle" idx="1"/>
          </p:nvPr>
        </p:nvSpPr>
        <p:spPr>
          <a:xfrm>
            <a:off x="950967" y="1831633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68" name="Google Shape;168;p20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20"/>
          <p:cNvSpPr txBox="1">
            <a:spLocks noGrp="1"/>
          </p:cNvSpPr>
          <p:nvPr>
            <p:ph type="subTitle" idx="2"/>
          </p:nvPr>
        </p:nvSpPr>
        <p:spPr>
          <a:xfrm>
            <a:off x="950967" y="2464833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70" name="Google Shape;170;p20"/>
          <p:cNvSpPr txBox="1">
            <a:spLocks noGrp="1"/>
          </p:cNvSpPr>
          <p:nvPr>
            <p:ph type="subTitle" idx="3"/>
          </p:nvPr>
        </p:nvSpPr>
        <p:spPr>
          <a:xfrm>
            <a:off x="950967" y="4022667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71" name="Google Shape;171;p20"/>
          <p:cNvSpPr txBox="1">
            <a:spLocks noGrp="1"/>
          </p:cNvSpPr>
          <p:nvPr>
            <p:ph type="subTitle" idx="4"/>
          </p:nvPr>
        </p:nvSpPr>
        <p:spPr>
          <a:xfrm>
            <a:off x="950967" y="4655867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72" name="Google Shape;172;p20"/>
          <p:cNvSpPr txBox="1">
            <a:spLocks noGrp="1"/>
          </p:cNvSpPr>
          <p:nvPr>
            <p:ph type="subTitle" idx="5"/>
          </p:nvPr>
        </p:nvSpPr>
        <p:spPr>
          <a:xfrm>
            <a:off x="3581263" y="1831633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73" name="Google Shape;173;p20"/>
          <p:cNvSpPr txBox="1">
            <a:spLocks noGrp="1"/>
          </p:cNvSpPr>
          <p:nvPr>
            <p:ph type="subTitle" idx="6"/>
          </p:nvPr>
        </p:nvSpPr>
        <p:spPr>
          <a:xfrm>
            <a:off x="3581263" y="2464833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74" name="Google Shape;174;p20"/>
          <p:cNvSpPr txBox="1">
            <a:spLocks noGrp="1"/>
          </p:cNvSpPr>
          <p:nvPr>
            <p:ph type="subTitle" idx="7"/>
          </p:nvPr>
        </p:nvSpPr>
        <p:spPr>
          <a:xfrm>
            <a:off x="3581263" y="4022667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75" name="Google Shape;175;p20"/>
          <p:cNvSpPr txBox="1">
            <a:spLocks noGrp="1"/>
          </p:cNvSpPr>
          <p:nvPr>
            <p:ph type="subTitle" idx="8"/>
          </p:nvPr>
        </p:nvSpPr>
        <p:spPr>
          <a:xfrm>
            <a:off x="3581263" y="4655867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76" name="Google Shape;176;p20"/>
          <p:cNvSpPr txBox="1">
            <a:spLocks noGrp="1"/>
          </p:cNvSpPr>
          <p:nvPr>
            <p:ph type="subTitle" idx="9"/>
          </p:nvPr>
        </p:nvSpPr>
        <p:spPr>
          <a:xfrm>
            <a:off x="6211557" y="1831633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77" name="Google Shape;177;p20"/>
          <p:cNvSpPr txBox="1">
            <a:spLocks noGrp="1"/>
          </p:cNvSpPr>
          <p:nvPr>
            <p:ph type="subTitle" idx="13"/>
          </p:nvPr>
        </p:nvSpPr>
        <p:spPr>
          <a:xfrm>
            <a:off x="6211557" y="2464833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78" name="Google Shape;178;p20"/>
          <p:cNvSpPr txBox="1">
            <a:spLocks noGrp="1"/>
          </p:cNvSpPr>
          <p:nvPr>
            <p:ph type="subTitle" idx="14"/>
          </p:nvPr>
        </p:nvSpPr>
        <p:spPr>
          <a:xfrm>
            <a:off x="6211557" y="4022667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79" name="Google Shape;179;p20"/>
          <p:cNvSpPr txBox="1">
            <a:spLocks noGrp="1"/>
          </p:cNvSpPr>
          <p:nvPr>
            <p:ph type="subTitle" idx="15"/>
          </p:nvPr>
        </p:nvSpPr>
        <p:spPr>
          <a:xfrm>
            <a:off x="6211557" y="4655867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80" name="Google Shape;180;p20"/>
          <p:cNvSpPr txBox="1">
            <a:spLocks noGrp="1"/>
          </p:cNvSpPr>
          <p:nvPr>
            <p:ph type="subTitle" idx="16"/>
          </p:nvPr>
        </p:nvSpPr>
        <p:spPr>
          <a:xfrm>
            <a:off x="8841853" y="1831633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81" name="Google Shape;181;p20"/>
          <p:cNvSpPr txBox="1">
            <a:spLocks noGrp="1"/>
          </p:cNvSpPr>
          <p:nvPr>
            <p:ph type="subTitle" idx="17"/>
          </p:nvPr>
        </p:nvSpPr>
        <p:spPr>
          <a:xfrm>
            <a:off x="8841853" y="2464833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82" name="Google Shape;182;p20"/>
          <p:cNvSpPr txBox="1">
            <a:spLocks noGrp="1"/>
          </p:cNvSpPr>
          <p:nvPr>
            <p:ph type="subTitle" idx="18"/>
          </p:nvPr>
        </p:nvSpPr>
        <p:spPr>
          <a:xfrm>
            <a:off x="8841853" y="4022667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83" name="Google Shape;183;p20"/>
          <p:cNvSpPr txBox="1">
            <a:spLocks noGrp="1"/>
          </p:cNvSpPr>
          <p:nvPr>
            <p:ph type="subTitle" idx="19"/>
          </p:nvPr>
        </p:nvSpPr>
        <p:spPr>
          <a:xfrm>
            <a:off x="8841853" y="4655867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184" name="Google Shape;184;p20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185" name="Google Shape;185;p20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86" name="Google Shape;186;p20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87" name="Google Shape;187;p20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188" name="Google Shape;188;p20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89" name="Google Shape;189;p20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6"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1"/>
          <p:cNvSpPr txBox="1">
            <a:spLocks noGrp="1"/>
          </p:cNvSpPr>
          <p:nvPr>
            <p:ph type="title"/>
          </p:nvPr>
        </p:nvSpPr>
        <p:spPr>
          <a:xfrm>
            <a:off x="6975167" y="854833"/>
            <a:ext cx="4266000" cy="2112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21"/>
          <p:cNvSpPr txBox="1">
            <a:spLocks noGrp="1"/>
          </p:cNvSpPr>
          <p:nvPr>
            <p:ph type="subTitle" idx="1"/>
          </p:nvPr>
        </p:nvSpPr>
        <p:spPr>
          <a:xfrm>
            <a:off x="6975167" y="4553467"/>
            <a:ext cx="4266000" cy="972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93" name="Google Shape;193;p21"/>
          <p:cNvSpPr>
            <a:spLocks noGrp="1"/>
          </p:cNvSpPr>
          <p:nvPr>
            <p:ph type="pic" idx="2"/>
          </p:nvPr>
        </p:nvSpPr>
        <p:spPr>
          <a:xfrm>
            <a:off x="0" y="0"/>
            <a:ext cx="5178800" cy="6856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194" name="Google Shape;194;p21"/>
          <p:cNvGrpSpPr/>
          <p:nvPr/>
        </p:nvGrpSpPr>
        <p:grpSpPr>
          <a:xfrm>
            <a:off x="10652800" y="6088400"/>
            <a:ext cx="1539200" cy="769600"/>
            <a:chOff x="10652800" y="6088400"/>
            <a:chExt cx="1539200" cy="769600"/>
          </a:xfrm>
        </p:grpSpPr>
        <p:sp>
          <p:nvSpPr>
            <p:cNvPr id="195" name="Google Shape;195;p21"/>
            <p:cNvSpPr/>
            <p:nvPr/>
          </p:nvSpPr>
          <p:spPr>
            <a:xfrm>
              <a:off x="10652800" y="60884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96" name="Google Shape;196;p21"/>
            <p:cNvSpPr/>
            <p:nvPr/>
          </p:nvSpPr>
          <p:spPr>
            <a:xfrm>
              <a:off x="11422400" y="6088400"/>
              <a:ext cx="769600" cy="7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8"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2"/>
          <p:cNvSpPr txBox="1">
            <a:spLocks noGrp="1"/>
          </p:cNvSpPr>
          <p:nvPr>
            <p:ph type="title"/>
          </p:nvPr>
        </p:nvSpPr>
        <p:spPr>
          <a:xfrm>
            <a:off x="1286596" y="1859017"/>
            <a:ext cx="3144800" cy="1478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22"/>
          <p:cNvSpPr txBox="1">
            <a:spLocks noGrp="1"/>
          </p:cNvSpPr>
          <p:nvPr>
            <p:ph type="subTitle" idx="1"/>
          </p:nvPr>
        </p:nvSpPr>
        <p:spPr>
          <a:xfrm>
            <a:off x="1286596" y="3337784"/>
            <a:ext cx="31448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200" name="Google Shape;200;p22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01" name="Google Shape;201;p22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02" name="Google Shape;202;p22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03" name="Google Shape;203;p22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204" name="Google Shape;204;p22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05" name="Google Shape;205;p22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9"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3"/>
          <p:cNvSpPr txBox="1">
            <a:spLocks noGrp="1"/>
          </p:cNvSpPr>
          <p:nvPr>
            <p:ph type="title"/>
          </p:nvPr>
        </p:nvSpPr>
        <p:spPr>
          <a:xfrm>
            <a:off x="7015244" y="1871496"/>
            <a:ext cx="3144800" cy="1478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23"/>
          <p:cNvSpPr txBox="1">
            <a:spLocks noGrp="1"/>
          </p:cNvSpPr>
          <p:nvPr>
            <p:ph type="subTitle" idx="1"/>
          </p:nvPr>
        </p:nvSpPr>
        <p:spPr>
          <a:xfrm>
            <a:off x="7015244" y="3350263"/>
            <a:ext cx="31448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209" name="Google Shape;209;p23"/>
          <p:cNvGrpSpPr/>
          <p:nvPr/>
        </p:nvGrpSpPr>
        <p:grpSpPr>
          <a:xfrm>
            <a:off x="10989956" y="0"/>
            <a:ext cx="1202304" cy="6858000"/>
            <a:chOff x="9485233" y="0"/>
            <a:chExt cx="2784400" cy="6858000"/>
          </a:xfrm>
        </p:grpSpPr>
        <p:sp>
          <p:nvSpPr>
            <p:cNvPr id="210" name="Google Shape;210;p23"/>
            <p:cNvSpPr/>
            <p:nvPr/>
          </p:nvSpPr>
          <p:spPr>
            <a:xfrm>
              <a:off x="9485233" y="5550800"/>
              <a:ext cx="2784400" cy="1307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1" name="Google Shape;211;p23"/>
            <p:cNvSpPr/>
            <p:nvPr/>
          </p:nvSpPr>
          <p:spPr>
            <a:xfrm>
              <a:off x="9485233" y="3333733"/>
              <a:ext cx="2784400" cy="2372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2" name="Google Shape;212;p23"/>
            <p:cNvSpPr/>
            <p:nvPr/>
          </p:nvSpPr>
          <p:spPr>
            <a:xfrm>
              <a:off x="9485233" y="0"/>
              <a:ext cx="2784400" cy="3429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10"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4"/>
          <p:cNvSpPr txBox="1">
            <a:spLocks noGrp="1"/>
          </p:cNvSpPr>
          <p:nvPr>
            <p:ph type="title"/>
          </p:nvPr>
        </p:nvSpPr>
        <p:spPr>
          <a:xfrm>
            <a:off x="2052648" y="1876103"/>
            <a:ext cx="3144800" cy="1478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24"/>
          <p:cNvSpPr txBox="1">
            <a:spLocks noGrp="1"/>
          </p:cNvSpPr>
          <p:nvPr>
            <p:ph type="subTitle" idx="1"/>
          </p:nvPr>
        </p:nvSpPr>
        <p:spPr>
          <a:xfrm>
            <a:off x="2052648" y="3354869"/>
            <a:ext cx="31448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216" name="Google Shape;216;p24"/>
          <p:cNvGrpSpPr/>
          <p:nvPr/>
        </p:nvGrpSpPr>
        <p:grpSpPr>
          <a:xfrm flipH="1">
            <a:off x="0" y="5339600"/>
            <a:ext cx="1526367" cy="1518400"/>
            <a:chOff x="10665633" y="5339600"/>
            <a:chExt cx="1526367" cy="1518400"/>
          </a:xfrm>
        </p:grpSpPr>
        <p:sp>
          <p:nvSpPr>
            <p:cNvPr id="217" name="Google Shape;217;p24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8" name="Google Shape;218;p24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19" name="Google Shape;219;p24"/>
          <p:cNvGrpSpPr/>
          <p:nvPr/>
        </p:nvGrpSpPr>
        <p:grpSpPr>
          <a:xfrm>
            <a:off x="-55000" y="0"/>
            <a:ext cx="12293967" cy="543600"/>
            <a:chOff x="-55000" y="6359000"/>
            <a:chExt cx="12293967" cy="543600"/>
          </a:xfrm>
        </p:grpSpPr>
        <p:sp>
          <p:nvSpPr>
            <p:cNvPr id="220" name="Google Shape;220;p24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21" name="Google Shape;221;p24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4">
  <p:cSld name="CUSTOM_18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5"/>
          <p:cNvSpPr txBox="1">
            <a:spLocks noGrp="1"/>
          </p:cNvSpPr>
          <p:nvPr>
            <p:ph type="title"/>
          </p:nvPr>
        </p:nvSpPr>
        <p:spPr>
          <a:xfrm>
            <a:off x="4359667" y="1943584"/>
            <a:ext cx="4804000" cy="849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24" name="Google Shape;224;p25"/>
          <p:cNvSpPr txBox="1">
            <a:spLocks noGrp="1"/>
          </p:cNvSpPr>
          <p:nvPr>
            <p:ph type="subTitle" idx="1"/>
          </p:nvPr>
        </p:nvSpPr>
        <p:spPr>
          <a:xfrm>
            <a:off x="4359667" y="2911184"/>
            <a:ext cx="4804000" cy="2003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225" name="Google Shape;225;p25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226" name="Google Shape;226;p25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27" name="Google Shape;227;p25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5">
  <p:cSld name="CUSTOM_20"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6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30" name="Google Shape;230;p26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460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grpSp>
        <p:nvGrpSpPr>
          <p:cNvPr id="231" name="Google Shape;231;p26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32" name="Google Shape;232;p26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33" name="Google Shape;233;p26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34" name="Google Shape;234;p26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235" name="Google Shape;235;p26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36" name="Google Shape;236;p26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1"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grpSp>
        <p:nvGrpSpPr>
          <p:cNvPr id="239" name="Google Shape;239;p27"/>
          <p:cNvGrpSpPr/>
          <p:nvPr/>
        </p:nvGrpSpPr>
        <p:grpSpPr>
          <a:xfrm>
            <a:off x="11458400" y="-57133"/>
            <a:ext cx="733600" cy="6965467"/>
            <a:chOff x="-158500" y="-57133"/>
            <a:chExt cx="733600" cy="6965467"/>
          </a:xfrm>
        </p:grpSpPr>
        <p:sp>
          <p:nvSpPr>
            <p:cNvPr id="240" name="Google Shape;240;p27"/>
            <p:cNvSpPr/>
            <p:nvPr/>
          </p:nvSpPr>
          <p:spPr>
            <a:xfrm>
              <a:off x="-158500" y="-57133"/>
              <a:ext cx="733600" cy="5256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41" name="Google Shape;241;p27"/>
            <p:cNvSpPr/>
            <p:nvPr/>
          </p:nvSpPr>
          <p:spPr>
            <a:xfrm>
              <a:off x="-158500" y="5143533"/>
              <a:ext cx="733600" cy="1764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12"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28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grpSp>
        <p:nvGrpSpPr>
          <p:cNvPr id="244" name="Google Shape;244;p28"/>
          <p:cNvGrpSpPr/>
          <p:nvPr/>
        </p:nvGrpSpPr>
        <p:grpSpPr>
          <a:xfrm>
            <a:off x="-158500" y="-57133"/>
            <a:ext cx="733600" cy="6965633"/>
            <a:chOff x="-158500" y="-57133"/>
            <a:chExt cx="733600" cy="6965633"/>
          </a:xfrm>
        </p:grpSpPr>
        <p:sp>
          <p:nvSpPr>
            <p:cNvPr id="245" name="Google Shape;245;p28"/>
            <p:cNvSpPr/>
            <p:nvPr/>
          </p:nvSpPr>
          <p:spPr>
            <a:xfrm>
              <a:off x="-158500" y="-57133"/>
              <a:ext cx="733600" cy="527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46" name="Google Shape;246;p28"/>
            <p:cNvSpPr/>
            <p:nvPr/>
          </p:nvSpPr>
          <p:spPr>
            <a:xfrm>
              <a:off x="-158500" y="5127300"/>
              <a:ext cx="733600" cy="17812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CUSTOM_13"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9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29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50" name="Google Shape;250;p29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51" name="Google Shape;251;p29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52" name="Google Shape;252;p29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253" name="Google Shape;253;p29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54" name="Google Shape;254;p29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CUSTOM_14"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0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grpSp>
        <p:nvGrpSpPr>
          <p:cNvPr id="257" name="Google Shape;257;p30"/>
          <p:cNvGrpSpPr/>
          <p:nvPr/>
        </p:nvGrpSpPr>
        <p:grpSpPr>
          <a:xfrm rot="5400000" flipH="1">
            <a:off x="10278467" y="4944467"/>
            <a:ext cx="1530367" cy="2296667"/>
            <a:chOff x="11422400" y="0"/>
            <a:chExt cx="1530367" cy="2296667"/>
          </a:xfrm>
        </p:grpSpPr>
        <p:grpSp>
          <p:nvGrpSpPr>
            <p:cNvPr id="258" name="Google Shape;258;p30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259" name="Google Shape;259;p30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60" name="Google Shape;260;p30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261" name="Google Shape;261;p30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7"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1"/>
          <p:cNvSpPr txBox="1">
            <a:spLocks noGrp="1"/>
          </p:cNvSpPr>
          <p:nvPr>
            <p:ph type="title" hasCustomPrompt="1"/>
          </p:nvPr>
        </p:nvSpPr>
        <p:spPr>
          <a:xfrm>
            <a:off x="1913100" y="771531"/>
            <a:ext cx="5560000" cy="1033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4" name="Google Shape;264;p31"/>
          <p:cNvSpPr txBox="1">
            <a:spLocks noGrp="1"/>
          </p:cNvSpPr>
          <p:nvPr>
            <p:ph type="subTitle" idx="1"/>
          </p:nvPr>
        </p:nvSpPr>
        <p:spPr>
          <a:xfrm>
            <a:off x="1913100" y="1652364"/>
            <a:ext cx="5560000" cy="554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5" name="Google Shape;265;p31"/>
          <p:cNvSpPr txBox="1">
            <a:spLocks noGrp="1"/>
          </p:cNvSpPr>
          <p:nvPr>
            <p:ph type="title" idx="2" hasCustomPrompt="1"/>
          </p:nvPr>
        </p:nvSpPr>
        <p:spPr>
          <a:xfrm>
            <a:off x="1913100" y="2690547"/>
            <a:ext cx="5560000" cy="1033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6" name="Google Shape;266;p31"/>
          <p:cNvSpPr txBox="1">
            <a:spLocks noGrp="1"/>
          </p:cNvSpPr>
          <p:nvPr>
            <p:ph type="subTitle" idx="3"/>
          </p:nvPr>
        </p:nvSpPr>
        <p:spPr>
          <a:xfrm>
            <a:off x="1913100" y="3571380"/>
            <a:ext cx="5560000" cy="554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7" name="Google Shape;267;p31"/>
          <p:cNvSpPr txBox="1">
            <a:spLocks noGrp="1"/>
          </p:cNvSpPr>
          <p:nvPr>
            <p:ph type="title" idx="4" hasCustomPrompt="1"/>
          </p:nvPr>
        </p:nvSpPr>
        <p:spPr>
          <a:xfrm>
            <a:off x="1913100" y="4609580"/>
            <a:ext cx="5560000" cy="1033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8" name="Google Shape;268;p31"/>
          <p:cNvSpPr txBox="1">
            <a:spLocks noGrp="1"/>
          </p:cNvSpPr>
          <p:nvPr>
            <p:ph type="subTitle" idx="5"/>
          </p:nvPr>
        </p:nvSpPr>
        <p:spPr>
          <a:xfrm>
            <a:off x="1913100" y="5490413"/>
            <a:ext cx="5560000" cy="554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69" name="Google Shape;269;p31"/>
          <p:cNvGrpSpPr/>
          <p:nvPr/>
        </p:nvGrpSpPr>
        <p:grpSpPr>
          <a:xfrm rot="5400000" flipH="1">
            <a:off x="0" y="3984"/>
            <a:ext cx="1526367" cy="1518400"/>
            <a:chOff x="10665633" y="5339600"/>
            <a:chExt cx="1526367" cy="1518400"/>
          </a:xfrm>
        </p:grpSpPr>
        <p:sp>
          <p:nvSpPr>
            <p:cNvPr id="270" name="Google Shape;270;p31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71" name="Google Shape;271;p31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72" name="Google Shape;272;p31"/>
          <p:cNvGrpSpPr/>
          <p:nvPr/>
        </p:nvGrpSpPr>
        <p:grpSpPr>
          <a:xfrm>
            <a:off x="11458400" y="-57133"/>
            <a:ext cx="733600" cy="6965467"/>
            <a:chOff x="-158500" y="-57133"/>
            <a:chExt cx="733600" cy="6965467"/>
          </a:xfrm>
        </p:grpSpPr>
        <p:sp>
          <p:nvSpPr>
            <p:cNvPr id="273" name="Google Shape;273;p31"/>
            <p:cNvSpPr/>
            <p:nvPr/>
          </p:nvSpPr>
          <p:spPr>
            <a:xfrm>
              <a:off x="-158500" y="-57133"/>
              <a:ext cx="733600" cy="5256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74" name="Google Shape;274;p31"/>
            <p:cNvSpPr/>
            <p:nvPr/>
          </p:nvSpPr>
          <p:spPr>
            <a:xfrm>
              <a:off x="-158500" y="5143533"/>
              <a:ext cx="733600" cy="1764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5"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32"/>
          <p:cNvSpPr txBox="1">
            <a:spLocks noGrp="1"/>
          </p:cNvSpPr>
          <p:nvPr>
            <p:ph type="title"/>
          </p:nvPr>
        </p:nvSpPr>
        <p:spPr>
          <a:xfrm>
            <a:off x="4469033" y="5114367"/>
            <a:ext cx="6772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>
                <a:solidFill>
                  <a:srgbClr val="272727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77" name="Google Shape;277;p32"/>
          <p:cNvSpPr txBox="1">
            <a:spLocks noGrp="1"/>
          </p:cNvSpPr>
          <p:nvPr>
            <p:ph type="subTitle" idx="1"/>
          </p:nvPr>
        </p:nvSpPr>
        <p:spPr>
          <a:xfrm>
            <a:off x="4468700" y="1606633"/>
            <a:ext cx="6772000" cy="2718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grpSp>
        <p:nvGrpSpPr>
          <p:cNvPr id="278" name="Google Shape;278;p32"/>
          <p:cNvGrpSpPr/>
          <p:nvPr/>
        </p:nvGrpSpPr>
        <p:grpSpPr>
          <a:xfrm rot="10800000" flipH="1">
            <a:off x="10665633" y="0"/>
            <a:ext cx="1526367" cy="1518400"/>
            <a:chOff x="10665633" y="5339600"/>
            <a:chExt cx="1526367" cy="1518400"/>
          </a:xfrm>
        </p:grpSpPr>
        <p:sp>
          <p:nvSpPr>
            <p:cNvPr id="279" name="Google Shape;279;p32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80" name="Google Shape;280;p32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19">
    <p:bg>
      <p:bgPr>
        <a:solidFill>
          <a:schemeClr val="accent2"/>
        </a:solidFill>
        <a:effectLst/>
      </p:bgPr>
    </p:bg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33"/>
          <p:cNvSpPr txBox="1">
            <a:spLocks noGrp="1"/>
          </p:cNvSpPr>
          <p:nvPr>
            <p:ph type="title"/>
          </p:nvPr>
        </p:nvSpPr>
        <p:spPr>
          <a:xfrm>
            <a:off x="950967" y="716033"/>
            <a:ext cx="4386800" cy="1412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3" name="Google Shape;283;p33"/>
          <p:cNvSpPr txBox="1">
            <a:spLocks noGrp="1"/>
          </p:cNvSpPr>
          <p:nvPr>
            <p:ph type="subTitle" idx="1"/>
          </p:nvPr>
        </p:nvSpPr>
        <p:spPr>
          <a:xfrm>
            <a:off x="950967" y="2419300"/>
            <a:ext cx="4386800" cy="1257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950967" y="5400367"/>
            <a:ext cx="6243600" cy="7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CREDITS: This presentation template was created by </a:t>
            </a:r>
            <a:r>
              <a:rPr lang="en" sz="1467" b="1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, and includes icons by </a:t>
            </a:r>
            <a:r>
              <a:rPr lang="en" sz="1467" b="1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, and infographics &amp; images by </a:t>
            </a:r>
            <a:r>
              <a:rPr lang="en" sz="1467" b="1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467" b="1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 </a:t>
            </a:r>
            <a:endParaRPr sz="1467" b="1" u="sng">
              <a:solidFill>
                <a:schemeClr val="lt1"/>
              </a:solidFill>
              <a:latin typeface="Albert Sans"/>
              <a:ea typeface="Albert Sans"/>
              <a:cs typeface="Albert Sans"/>
              <a:sym typeface="Albert Sans"/>
            </a:endParaRPr>
          </a:p>
        </p:txBody>
      </p:sp>
      <p:grpSp>
        <p:nvGrpSpPr>
          <p:cNvPr id="285" name="Google Shape;285;p33"/>
          <p:cNvGrpSpPr/>
          <p:nvPr/>
        </p:nvGrpSpPr>
        <p:grpSpPr>
          <a:xfrm>
            <a:off x="10989967" y="0"/>
            <a:ext cx="1202400" cy="6927467"/>
            <a:chOff x="10989967" y="0"/>
            <a:chExt cx="1202400" cy="6927467"/>
          </a:xfrm>
        </p:grpSpPr>
        <p:sp>
          <p:nvSpPr>
            <p:cNvPr id="286" name="Google Shape;286;p33"/>
            <p:cNvSpPr/>
            <p:nvPr/>
          </p:nvSpPr>
          <p:spPr>
            <a:xfrm>
              <a:off x="10989967" y="1501467"/>
              <a:ext cx="1202400" cy="54260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87" name="Google Shape;287;p33"/>
            <p:cNvSpPr/>
            <p:nvPr/>
          </p:nvSpPr>
          <p:spPr>
            <a:xfrm>
              <a:off x="10989967" y="0"/>
              <a:ext cx="1202400" cy="1546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21"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9" name="Google Shape;289;p34"/>
          <p:cNvGrpSpPr/>
          <p:nvPr/>
        </p:nvGrpSpPr>
        <p:grpSpPr>
          <a:xfrm>
            <a:off x="0" y="-55449"/>
            <a:ext cx="12191999" cy="6968900"/>
            <a:chOff x="0" y="-55449"/>
            <a:chExt cx="12191999" cy="6968900"/>
          </a:xfrm>
        </p:grpSpPr>
        <p:grpSp>
          <p:nvGrpSpPr>
            <p:cNvPr id="290" name="Google Shape;290;p34"/>
            <p:cNvGrpSpPr/>
            <p:nvPr/>
          </p:nvGrpSpPr>
          <p:grpSpPr>
            <a:xfrm>
              <a:off x="11241033" y="-55449"/>
              <a:ext cx="950965" cy="6965533"/>
              <a:chOff x="11458400" y="-57133"/>
              <a:chExt cx="733600" cy="6965533"/>
            </a:xfrm>
          </p:grpSpPr>
          <p:sp>
            <p:nvSpPr>
              <p:cNvPr id="291" name="Google Shape;291;p34"/>
              <p:cNvSpPr/>
              <p:nvPr/>
            </p:nvSpPr>
            <p:spPr>
              <a:xfrm>
                <a:off x="11458400" y="-57133"/>
                <a:ext cx="733600" cy="29984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92" name="Google Shape;292;p34"/>
              <p:cNvSpPr/>
              <p:nvPr/>
            </p:nvSpPr>
            <p:spPr>
              <a:xfrm>
                <a:off x="11458400" y="2837600"/>
                <a:ext cx="733600" cy="40708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grpSp>
          <p:nvGrpSpPr>
            <p:cNvPr id="293" name="Google Shape;293;p34"/>
            <p:cNvGrpSpPr/>
            <p:nvPr/>
          </p:nvGrpSpPr>
          <p:grpSpPr>
            <a:xfrm>
              <a:off x="0" y="-52083"/>
              <a:ext cx="950965" cy="6965533"/>
              <a:chOff x="11458400" y="-57133"/>
              <a:chExt cx="733600" cy="6965533"/>
            </a:xfrm>
          </p:grpSpPr>
          <p:sp>
            <p:nvSpPr>
              <p:cNvPr id="294" name="Google Shape;294;p34"/>
              <p:cNvSpPr/>
              <p:nvPr/>
            </p:nvSpPr>
            <p:spPr>
              <a:xfrm>
                <a:off x="11458400" y="-57133"/>
                <a:ext cx="733600" cy="29984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95" name="Google Shape;295;p34"/>
              <p:cNvSpPr/>
              <p:nvPr/>
            </p:nvSpPr>
            <p:spPr>
              <a:xfrm>
                <a:off x="11458400" y="2837600"/>
                <a:ext cx="733600" cy="40708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22"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7" name="Google Shape;297;p35"/>
          <p:cNvGrpSpPr/>
          <p:nvPr/>
        </p:nvGrpSpPr>
        <p:grpSpPr>
          <a:xfrm>
            <a:off x="-55000" y="-22300"/>
            <a:ext cx="12293967" cy="6902600"/>
            <a:chOff x="-55000" y="0"/>
            <a:chExt cx="12293967" cy="6902600"/>
          </a:xfrm>
        </p:grpSpPr>
        <p:grpSp>
          <p:nvGrpSpPr>
            <p:cNvPr id="298" name="Google Shape;298;p35"/>
            <p:cNvGrpSpPr/>
            <p:nvPr/>
          </p:nvGrpSpPr>
          <p:grpSpPr>
            <a:xfrm>
              <a:off x="-55000" y="6359000"/>
              <a:ext cx="12293967" cy="543600"/>
              <a:chOff x="-55000" y="6359000"/>
              <a:chExt cx="12293967" cy="543600"/>
            </a:xfrm>
          </p:grpSpPr>
          <p:sp>
            <p:nvSpPr>
              <p:cNvPr id="299" name="Google Shape;299;p35"/>
              <p:cNvSpPr/>
              <p:nvPr/>
            </p:nvSpPr>
            <p:spPr>
              <a:xfrm>
                <a:off x="-55000" y="6359000"/>
                <a:ext cx="11296000" cy="543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300" name="Google Shape;300;p35"/>
              <p:cNvSpPr/>
              <p:nvPr/>
            </p:nvSpPr>
            <p:spPr>
              <a:xfrm>
                <a:off x="11240967" y="6359000"/>
                <a:ext cx="998000" cy="5436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grpSp>
          <p:nvGrpSpPr>
            <p:cNvPr id="301" name="Google Shape;301;p35"/>
            <p:cNvGrpSpPr/>
            <p:nvPr/>
          </p:nvGrpSpPr>
          <p:grpSpPr>
            <a:xfrm flipH="1">
              <a:off x="-55000" y="0"/>
              <a:ext cx="12293967" cy="543600"/>
              <a:chOff x="-55000" y="6359000"/>
              <a:chExt cx="12293967" cy="543600"/>
            </a:xfrm>
          </p:grpSpPr>
          <p:sp>
            <p:nvSpPr>
              <p:cNvPr id="302" name="Google Shape;302;p35"/>
              <p:cNvSpPr/>
              <p:nvPr/>
            </p:nvSpPr>
            <p:spPr>
              <a:xfrm>
                <a:off x="-55000" y="6359000"/>
                <a:ext cx="11296000" cy="5436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303" name="Google Shape;303;p35"/>
              <p:cNvSpPr/>
              <p:nvPr/>
            </p:nvSpPr>
            <p:spPr>
              <a:xfrm>
                <a:off x="11240967" y="6359000"/>
                <a:ext cx="998000" cy="5436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CUSTOM"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8"/>
          <p:cNvSpPr txBox="1">
            <a:spLocks noGrp="1"/>
          </p:cNvSpPr>
          <p:nvPr>
            <p:ph type="title"/>
          </p:nvPr>
        </p:nvSpPr>
        <p:spPr>
          <a:xfrm>
            <a:off x="964600" y="681367"/>
            <a:ext cx="10262800" cy="643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6.xml"/><Relationship Id="rId1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46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bert Sans"/>
              <a:buChar char="●"/>
              <a:defRPr sz="24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E2A47"/>
        </a:solidFill>
        <a:effectLst/>
      </p:bgPr>
    </p:bg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36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306" name="Google Shape;306;p36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82" r:id="rId1"/>
    <p:sldLayoutId id="2147483683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6.xml"/>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3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2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9"/>
          <p:cNvSpPr txBox="1">
            <a:spLocks noGrp="1"/>
          </p:cNvSpPr>
          <p:nvPr>
            <p:ph type="ctrTitle"/>
          </p:nvPr>
        </p:nvSpPr>
        <p:spPr>
          <a:xfrm>
            <a:off x="1089915" y="1039203"/>
            <a:ext cx="4676664" cy="3864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Partners to Competitors: The Changing Nature of South Korea-China Trade</a:t>
            </a:r>
          </a:p>
        </p:txBody>
      </p:sp>
      <p:sp>
        <p:nvSpPr>
          <p:cNvPr id="315" name="Google Shape;315;p39"/>
          <p:cNvSpPr txBox="1">
            <a:spLocks noGrp="1"/>
          </p:cNvSpPr>
          <p:nvPr>
            <p:ph type="subTitle" idx="1"/>
          </p:nvPr>
        </p:nvSpPr>
        <p:spPr>
          <a:xfrm>
            <a:off x="1034212" y="5257800"/>
            <a:ext cx="5943600" cy="548640"/>
          </a:xfr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 Andrew Youngmin Cho</a:t>
            </a:r>
          </a:p>
        </p:txBody>
      </p:sp>
      <p:cxnSp>
        <p:nvCxnSpPr>
          <p:cNvPr id="316" name="Google Shape;316;p39"/>
          <p:cNvCxnSpPr>
            <a:cxnSpLocks/>
          </p:cNvCxnSpPr>
          <p:nvPr/>
        </p:nvCxnSpPr>
        <p:spPr>
          <a:xfrm>
            <a:off x="-52167" y="5045367"/>
            <a:ext cx="7298000" cy="0"/>
          </a:xfrm>
          <a:prstGeom prst="straightConnector1">
            <a:avLst/>
          </a:prstGeom>
          <a:noFill/>
          <a:ln w="12700" cap="flat" cmpd="sng">
            <a:solidFill>
              <a:srgbClr val="272727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6BB0B54F-5869-0C01-4D66-14EB309CF7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2696" y="968950"/>
            <a:ext cx="5929964" cy="386398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conomy 1">
            <a:extLst>
              <a:ext uri="{FF2B5EF4-FFF2-40B4-BE49-F238E27FC236}">
                <a16:creationId xmlns:a16="http://schemas.microsoft.com/office/drawing/2014/main" id="{DD976275-C300-60F6-3FE0-69DB80865A4A}"/>
              </a:ext>
            </a:extLst>
          </p:cNvPr>
          <p:cNvSpPr/>
          <p:nvPr/>
        </p:nvSpPr>
        <p:spPr>
          <a:xfrm>
            <a:off x="1" y="401451"/>
            <a:ext cx="11240976" cy="101587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146304" tIns="146304" rIns="146304" bIns="14630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endParaRPr lang="en-US" sz="2000" b="1" dirty="0">
              <a:solidFill>
                <a:schemeClr val="lt1"/>
              </a:solidFill>
              <a:latin typeface="Times New Roman" panose="02020603050405020304" pitchFamily="18" charset="0"/>
              <a:ea typeface="+mn-lt"/>
              <a:cs typeface="Times New Roman" panose="02020603050405020304" pitchFamily="18" charset="0"/>
            </a:endParaRPr>
          </a:p>
        </p:txBody>
      </p:sp>
      <p:sp>
        <p:nvSpPr>
          <p:cNvPr id="395" name="Google Shape;395;p46"/>
          <p:cNvSpPr txBox="1">
            <a:spLocks noGrp="1"/>
          </p:cNvSpPr>
          <p:nvPr>
            <p:ph type="title"/>
          </p:nvPr>
        </p:nvSpPr>
        <p:spPr>
          <a:xfrm>
            <a:off x="950976" y="489129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Background: How the Relationship Began</a:t>
            </a:r>
          </a:p>
        </p:txBody>
      </p:sp>
      <p:sp>
        <p:nvSpPr>
          <p:cNvPr id="2000" name="Stat 1 label"/>
          <p:cNvSpPr txBox="1"/>
          <p:nvPr/>
        </p:nvSpPr>
        <p:spPr>
          <a:xfrm>
            <a:off x="950976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1992</a:t>
            </a:r>
          </a:p>
        </p:txBody>
      </p:sp>
      <p:sp>
        <p:nvSpPr>
          <p:cNvPr id="2001" name="Stat 1 value"/>
          <p:cNvSpPr txBox="1"/>
          <p:nvPr/>
        </p:nvSpPr>
        <p:spPr>
          <a:xfrm>
            <a:off x="950976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$6.4B</a:t>
            </a:r>
          </a:p>
        </p:txBody>
      </p:sp>
      <p:sp>
        <p:nvSpPr>
          <p:cNvPr id="2002" name="Stat 1 caption"/>
          <p:cNvSpPr txBox="1"/>
          <p:nvPr/>
        </p:nvSpPr>
        <p:spPr>
          <a:xfrm>
            <a:off x="950976" y="27432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Diplomatic ties established</a:t>
            </a:r>
          </a:p>
        </p:txBody>
      </p:sp>
      <p:sp>
        <p:nvSpPr>
          <p:cNvPr id="2003" name="Stat 2 label"/>
          <p:cNvSpPr txBox="1"/>
          <p:nvPr/>
        </p:nvSpPr>
        <p:spPr>
          <a:xfrm>
            <a:off x="4498848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2025</a:t>
            </a:r>
          </a:p>
        </p:txBody>
      </p:sp>
      <p:sp>
        <p:nvSpPr>
          <p:cNvPr id="2004" name="Stat 2 value"/>
          <p:cNvSpPr txBox="1"/>
          <p:nvPr/>
        </p:nvSpPr>
        <p:spPr>
          <a:xfrm>
            <a:off x="4498848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$273B</a:t>
            </a:r>
          </a:p>
        </p:txBody>
      </p:sp>
      <p:sp>
        <p:nvSpPr>
          <p:cNvPr id="2005" name="Stat 2 caption"/>
          <p:cNvSpPr txBox="1"/>
          <p:nvPr/>
        </p:nvSpPr>
        <p:spPr>
          <a:xfrm>
            <a:off x="4498848" y="27432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More than 40x the 1992 level</a:t>
            </a:r>
          </a:p>
        </p:txBody>
      </p:sp>
      <p:sp>
        <p:nvSpPr>
          <p:cNvPr id="2006" name="Stat 3 label"/>
          <p:cNvSpPr txBox="1"/>
          <p:nvPr/>
        </p:nvSpPr>
        <p:spPr>
          <a:xfrm>
            <a:off x="8046720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Trading partner</a:t>
            </a:r>
          </a:p>
        </p:txBody>
      </p:sp>
      <p:sp>
        <p:nvSpPr>
          <p:cNvPr id="2007" name="Stat 3 value"/>
          <p:cNvSpPr txBox="1"/>
          <p:nvPr/>
        </p:nvSpPr>
        <p:spPr>
          <a:xfrm>
            <a:off x="8046720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chemeClr val="dk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#1</a:t>
            </a:r>
          </a:p>
        </p:txBody>
      </p:sp>
      <p:cxnSp>
        <p:nvCxnSpPr>
          <p:cNvPr id="2009" name="Divider"/>
          <p:cNvCxnSpPr/>
          <p:nvPr/>
        </p:nvCxnSpPr>
        <p:spPr>
          <a:xfrm>
            <a:off x="950976" y="3611880"/>
            <a:ext cx="10296144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10" name="Flow heading"/>
          <p:cNvSpPr txBox="1"/>
          <p:nvPr/>
        </p:nvSpPr>
        <p:spPr>
          <a:xfrm>
            <a:off x="950976" y="376732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Historically a vertically complementary production relationship</a:t>
            </a:r>
          </a:p>
        </p:txBody>
      </p:sp>
      <p:sp>
        <p:nvSpPr>
          <p:cNvPr id="2011" name="Economy 1"/>
          <p:cNvSpPr/>
          <p:nvPr/>
        </p:nvSpPr>
        <p:spPr>
          <a:xfrm>
            <a:off x="950976" y="4224527"/>
            <a:ext cx="3429000" cy="223202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146304" tIns="146304" rIns="146304" bIns="14630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South Korea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lt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Higher-value intermediate goods: semiconductors, electronic components, petrochemicals</a:t>
            </a:r>
          </a:p>
        </p:txBody>
      </p:sp>
      <p:sp>
        <p:nvSpPr>
          <p:cNvPr id="2012" name="Economy 2"/>
          <p:cNvSpPr/>
          <p:nvPr/>
        </p:nvSpPr>
        <p:spPr>
          <a:xfrm>
            <a:off x="7818120" y="4224527"/>
            <a:ext cx="3429000" cy="2232019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146304" tIns="146304" rIns="146304" bIns="14630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China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lt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Imported them to make finished products: automobiles, consumer electronics</a:t>
            </a:r>
          </a:p>
        </p:txBody>
      </p:sp>
      <p:cxnSp>
        <p:nvCxnSpPr>
          <p:cNvPr id="2013" name="Arrow: components to China"/>
          <p:cNvCxnSpPr/>
          <p:nvPr/>
        </p:nvCxnSpPr>
        <p:spPr>
          <a:xfrm>
            <a:off x="4486656" y="5029198"/>
            <a:ext cx="3218688" cy="0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 w="med" len="med"/>
          </a:ln>
        </p:spPr>
      </p:cxnSp>
      <p:sp>
        <p:nvSpPr>
          <p:cNvPr id="2014" name="Label: components"/>
          <p:cNvSpPr txBox="1"/>
          <p:nvPr/>
        </p:nvSpPr>
        <p:spPr>
          <a:xfrm>
            <a:off x="4376928" y="4571998"/>
            <a:ext cx="343814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accent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Components &amp; technology</a:t>
            </a:r>
          </a:p>
        </p:txBody>
      </p:sp>
      <p:cxnSp>
        <p:nvCxnSpPr>
          <p:cNvPr id="2015" name="Arrow: market access to Korea"/>
          <p:cNvCxnSpPr/>
          <p:nvPr/>
        </p:nvCxnSpPr>
        <p:spPr>
          <a:xfrm flipH="1">
            <a:off x="4486656" y="5650990"/>
            <a:ext cx="3218688" cy="0"/>
          </a:xfrm>
          <a:prstGeom prst="straightConnector1">
            <a:avLst/>
          </a:prstGeom>
          <a:ln w="28575">
            <a:solidFill>
              <a:schemeClr val="dk2"/>
            </a:solidFill>
            <a:tailEnd type="triangle" w="med" len="med"/>
          </a:ln>
        </p:spPr>
      </p:cxnSp>
      <p:sp>
        <p:nvSpPr>
          <p:cNvPr id="2016" name="Label: market access"/>
          <p:cNvSpPr txBox="1"/>
          <p:nvPr/>
        </p:nvSpPr>
        <p:spPr>
          <a:xfrm>
            <a:off x="4376928" y="5724142"/>
            <a:ext cx="343814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Access to a vast market</a:t>
            </a:r>
          </a:p>
        </p:txBody>
      </p:sp>
      <p:sp>
        <p:nvSpPr>
          <p:cNvPr id="2" name="Stat 3 caption">
            <a:extLst>
              <a:ext uri="{FF2B5EF4-FFF2-40B4-BE49-F238E27FC236}">
                <a16:creationId xmlns:a16="http://schemas.microsoft.com/office/drawing/2014/main" id="{63B745DF-1660-5495-4FB5-93297EE2DD4D}"/>
              </a:ext>
            </a:extLst>
          </p:cNvPr>
          <p:cNvSpPr txBox="1"/>
          <p:nvPr/>
        </p:nvSpPr>
        <p:spPr>
          <a:xfrm>
            <a:off x="8040566" y="2655775"/>
            <a:ext cx="3333677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South Korea’s largest trading partner for 22 consecutive years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conomy 1">
            <a:extLst>
              <a:ext uri="{FF2B5EF4-FFF2-40B4-BE49-F238E27FC236}">
                <a16:creationId xmlns:a16="http://schemas.microsoft.com/office/drawing/2014/main" id="{7A516821-21D1-3AF5-C01F-BBE31BCD8706}"/>
              </a:ext>
            </a:extLst>
          </p:cNvPr>
          <p:cNvSpPr/>
          <p:nvPr/>
        </p:nvSpPr>
        <p:spPr>
          <a:xfrm>
            <a:off x="735981" y="401451"/>
            <a:ext cx="11456018" cy="101587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146304" tIns="146304" rIns="146304" bIns="14630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endParaRPr lang="en-US" sz="2000" b="1" dirty="0">
              <a:solidFill>
                <a:schemeClr val="lt1"/>
              </a:solidFill>
              <a:latin typeface="Times New Roman" panose="02020603050405020304" pitchFamily="18" charset="0"/>
              <a:ea typeface="+mn-lt"/>
              <a:cs typeface="Times New Roman" panose="02020603050405020304" pitchFamily="18" charset="0"/>
            </a:endParaRPr>
          </a:p>
        </p:txBody>
      </p:sp>
      <p:sp>
        <p:nvSpPr>
          <p:cNvPr id="428" name="Google Shape;428;p49"/>
          <p:cNvSpPr txBox="1">
            <a:spLocks noGrp="1"/>
          </p:cNvSpPr>
          <p:nvPr>
            <p:ph type="title"/>
          </p:nvPr>
        </p:nvSpPr>
        <p:spPr>
          <a:xfrm>
            <a:off x="950966" y="5048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Changing Korea-China Trade Relationship</a:t>
            </a:r>
          </a:p>
        </p:txBody>
      </p:sp>
      <p:sp>
        <p:nvSpPr>
          <p:cNvPr id="2018" name="From box"/>
          <p:cNvSpPr/>
          <p:nvPr/>
        </p:nvSpPr>
        <p:spPr>
          <a:xfrm>
            <a:off x="950976" y="1700559"/>
            <a:ext cx="3200400" cy="8686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91440" tIns="91440" rIns="91440" bIns="9144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Complementary production</a:t>
            </a:r>
          </a:p>
        </p:txBody>
      </p:sp>
      <p:sp>
        <p:nvSpPr>
          <p:cNvPr id="2019" name="To box"/>
          <p:cNvSpPr/>
          <p:nvPr/>
        </p:nvSpPr>
        <p:spPr>
          <a:xfrm>
            <a:off x="8046720" y="1700559"/>
            <a:ext cx="3200400" cy="86868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91440" tIns="91440" rIns="91440" bIns="9144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Greater competition</a:t>
            </a:r>
          </a:p>
        </p:txBody>
      </p:sp>
      <p:cxnSp>
        <p:nvCxnSpPr>
          <p:cNvPr id="2020" name="Shift arrow"/>
          <p:cNvCxnSpPr/>
          <p:nvPr/>
        </p:nvCxnSpPr>
        <p:spPr>
          <a:xfrm>
            <a:off x="4288536" y="2134899"/>
            <a:ext cx="3621024" cy="0"/>
          </a:xfrm>
          <a:prstGeom prst="straightConnector1">
            <a:avLst/>
          </a:prstGeom>
          <a:ln w="28575">
            <a:solidFill>
              <a:schemeClr val="dk1"/>
            </a:solidFill>
            <a:tailEnd type="triangle" w="med" len="med"/>
          </a:ln>
        </p:spPr>
      </p:cxnSp>
      <p:sp>
        <p:nvSpPr>
          <p:cNvPr id="2021" name="Shift driver"/>
          <p:cNvSpPr txBox="1"/>
          <p:nvPr/>
        </p:nvSpPr>
        <p:spPr>
          <a:xfrm>
            <a:off x="4242816" y="1581687"/>
            <a:ext cx="371246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Made in China 2025</a:t>
            </a:r>
          </a:p>
        </p:txBody>
      </p:sp>
      <p:sp>
        <p:nvSpPr>
          <p:cNvPr id="2022" name="Shift driver detail"/>
          <p:cNvSpPr txBox="1"/>
          <p:nvPr/>
        </p:nvSpPr>
        <p:spPr>
          <a:xfrm>
            <a:off x="4242816" y="2230911"/>
            <a:ext cx="3712464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accent3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</a:t>
            </a:r>
            <a:r>
              <a:rPr lang="en-US" sz="1800" b="0" dirty="0">
                <a:solidFill>
                  <a:schemeClr val="accent3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emiconductors, robotics, EVs, etc.;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accent3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Reduce foreign dependence</a:t>
            </a:r>
            <a:endParaRPr lang="en-US" sz="1800" b="0" dirty="0">
              <a:solidFill>
                <a:schemeClr val="accent3"/>
              </a:solidFill>
              <a:latin typeface="Times New Roman" panose="02020603050405020304" pitchFamily="18" charset="0"/>
              <a:ea typeface="+mn-lt"/>
              <a:cs typeface="Times New Roman" panose="02020603050405020304" pitchFamily="18" charset="0"/>
            </a:endParaRPr>
          </a:p>
        </p:txBody>
      </p:sp>
      <p:sp>
        <p:nvSpPr>
          <p:cNvPr id="2023" name="From caption"/>
          <p:cNvSpPr txBox="1"/>
          <p:nvPr/>
        </p:nvSpPr>
        <p:spPr>
          <a:xfrm>
            <a:off x="950976" y="2660679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Korea supplied inputs; China assembled</a:t>
            </a:r>
          </a:p>
        </p:txBody>
      </p:sp>
      <p:sp>
        <p:nvSpPr>
          <p:cNvPr id="2024" name="To caption"/>
          <p:cNvSpPr txBox="1"/>
          <p:nvPr/>
        </p:nvSpPr>
        <p:spPr>
          <a:xfrm>
            <a:off x="7715529" y="2660679"/>
            <a:ext cx="3862782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Chinese firms now are investing in creating goods Korea once supplied</a:t>
            </a:r>
          </a:p>
        </p:txBody>
      </p:sp>
      <p:cxnSp>
        <p:nvCxnSpPr>
          <p:cNvPr id="2025" name="Timeline axis"/>
          <p:cNvCxnSpPr/>
          <p:nvPr/>
        </p:nvCxnSpPr>
        <p:spPr>
          <a:xfrm>
            <a:off x="950976" y="3712239"/>
            <a:ext cx="10296144" cy="0"/>
          </a:xfrm>
          <a:prstGeom prst="straightConnector1">
            <a:avLst/>
          </a:prstGeom>
          <a:ln w="19050">
            <a:solidFill>
              <a:schemeClr val="accent4"/>
            </a:solidFill>
          </a:ln>
        </p:spPr>
      </p:cxnSp>
      <p:sp>
        <p:nvSpPr>
          <p:cNvPr id="2026" name="Timeline marker 1"/>
          <p:cNvSpPr/>
          <p:nvPr/>
        </p:nvSpPr>
        <p:spPr>
          <a:xfrm>
            <a:off x="950976" y="3611655"/>
            <a:ext cx="201168" cy="2011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27" name="Timeline year 1"/>
          <p:cNvSpPr txBox="1"/>
          <p:nvPr/>
        </p:nvSpPr>
        <p:spPr>
          <a:xfrm>
            <a:off x="950976" y="3913407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2015</a:t>
            </a:r>
          </a:p>
        </p:txBody>
      </p:sp>
      <p:sp>
        <p:nvSpPr>
          <p:cNvPr id="2028" name="Timeline text 1"/>
          <p:cNvSpPr txBox="1"/>
          <p:nvPr/>
        </p:nvSpPr>
        <p:spPr>
          <a:xfrm>
            <a:off x="950976" y="4315743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Made in China 2025: less reliance on foreign tech</a:t>
            </a:r>
          </a:p>
        </p:txBody>
      </p:sp>
      <p:sp>
        <p:nvSpPr>
          <p:cNvPr id="2029" name="Timeline marker 2"/>
          <p:cNvSpPr/>
          <p:nvPr/>
        </p:nvSpPr>
        <p:spPr>
          <a:xfrm>
            <a:off x="4796252" y="3611655"/>
            <a:ext cx="201168" cy="20116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30" name="Timeline year 2"/>
          <p:cNvSpPr txBox="1"/>
          <p:nvPr/>
        </p:nvSpPr>
        <p:spPr>
          <a:xfrm>
            <a:off x="4796252" y="3913407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2023</a:t>
            </a:r>
          </a:p>
        </p:txBody>
      </p:sp>
      <p:sp>
        <p:nvSpPr>
          <p:cNvPr id="2031" name="Timeline text 2"/>
          <p:cNvSpPr txBox="1"/>
          <p:nvPr/>
        </p:nvSpPr>
        <p:spPr>
          <a:xfrm>
            <a:off x="4796252" y="4315743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First annual deficit with China in 30+ years</a:t>
            </a:r>
          </a:p>
        </p:txBody>
      </p:sp>
      <p:sp>
        <p:nvSpPr>
          <p:cNvPr id="2035" name="Timeline marker 4"/>
          <p:cNvSpPr/>
          <p:nvPr/>
        </p:nvSpPr>
        <p:spPr>
          <a:xfrm>
            <a:off x="8673084" y="3611655"/>
            <a:ext cx="201168" cy="20116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36" name="Timeline year 4"/>
          <p:cNvSpPr txBox="1"/>
          <p:nvPr/>
        </p:nvSpPr>
        <p:spPr>
          <a:xfrm>
            <a:off x="8673084" y="3913407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5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2026 (Jan-Aug)</a:t>
            </a:r>
          </a:p>
        </p:txBody>
      </p:sp>
      <p:sp>
        <p:nvSpPr>
          <p:cNvPr id="2037" name="Timeline text 4"/>
          <p:cNvSpPr txBox="1"/>
          <p:nvPr/>
        </p:nvSpPr>
        <p:spPr>
          <a:xfrm>
            <a:off x="8673083" y="4315743"/>
            <a:ext cx="2567883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Surplus in the first 8 months: competition doesn’t mean less trade</a:t>
            </a:r>
          </a:p>
        </p:txBody>
      </p:sp>
      <p:sp>
        <p:nvSpPr>
          <p:cNvPr id="2038" name="Takeaway banner"/>
          <p:cNvSpPr/>
          <p:nvPr/>
        </p:nvSpPr>
        <p:spPr>
          <a:xfrm>
            <a:off x="950967" y="5486175"/>
            <a:ext cx="10296144" cy="82387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trade relationship has become increasingly competitive while remaining deeply interconnected through trade.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Title band"/>
          <p:cNvSpPr/>
          <p:nvPr/>
        </p:nvSpPr>
        <p:spPr>
          <a:xfrm>
            <a:off x="0" y="274320"/>
            <a:ext cx="12191695" cy="9601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4" name="Google Shape;404;p47"/>
          <p:cNvSpPr txBox="1">
            <a:spLocks noGrp="1"/>
          </p:cNvSpPr>
          <p:nvPr>
            <p:ph type="title"/>
          </p:nvPr>
        </p:nvSpPr>
        <p:spPr>
          <a:xfrm>
            <a:off x="950976" y="274320"/>
            <a:ext cx="10149840" cy="960120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-US" sz="3600" b="1" dirty="0">
                <a:solidFill>
                  <a:schemeClr val="l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South Korea: A Global Memory Chip Leader</a:t>
            </a:r>
          </a:p>
        </p:txBody>
      </p:sp>
      <p:sp>
        <p:nvSpPr>
          <p:cNvPr id="2042" name="Group 1 label"/>
          <p:cNvSpPr txBox="1"/>
          <p:nvPr/>
        </p:nvSpPr>
        <p:spPr>
          <a:xfrm>
            <a:off x="6281928" y="1517904"/>
            <a:ext cx="49651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Samsung + SK Hynix: global share (Q2 2026)</a:t>
            </a:r>
          </a:p>
        </p:txBody>
      </p:sp>
      <p:cxnSp>
        <p:nvCxnSpPr>
          <p:cNvPr id="2043" name="Group 1 rule"/>
          <p:cNvCxnSpPr/>
          <p:nvPr/>
        </p:nvCxnSpPr>
        <p:spPr>
          <a:xfrm>
            <a:off x="6281928" y="1956816"/>
            <a:ext cx="4965192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46" name="Stat 1 value"/>
          <p:cNvSpPr txBox="1"/>
          <p:nvPr/>
        </p:nvSpPr>
        <p:spPr>
          <a:xfrm>
            <a:off x="6281928" y="2048256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~80%</a:t>
            </a:r>
          </a:p>
        </p:txBody>
      </p:sp>
      <p:sp>
        <p:nvSpPr>
          <p:cNvPr id="2047" name="Stat 1 label"/>
          <p:cNvSpPr txBox="1"/>
          <p:nvPr/>
        </p:nvSpPr>
        <p:spPr>
          <a:xfrm>
            <a:off x="6281928" y="3008376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of HBM market</a:t>
            </a:r>
          </a:p>
        </p:txBody>
      </p:sp>
      <p:sp>
        <p:nvSpPr>
          <p:cNvPr id="2049" name="Stat 2 value"/>
          <p:cNvSpPr txBox="1"/>
          <p:nvPr/>
        </p:nvSpPr>
        <p:spPr>
          <a:xfrm>
            <a:off x="8947404" y="2048256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60%+</a:t>
            </a:r>
          </a:p>
        </p:txBody>
      </p:sp>
      <p:sp>
        <p:nvSpPr>
          <p:cNvPr id="2050" name="Stat 2 label"/>
          <p:cNvSpPr txBox="1"/>
          <p:nvPr/>
        </p:nvSpPr>
        <p:spPr>
          <a:xfrm>
            <a:off x="8947404" y="3008376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of DRAM market</a:t>
            </a:r>
          </a:p>
        </p:txBody>
      </p:sp>
      <p:cxnSp>
        <p:nvCxnSpPr>
          <p:cNvPr id="2058" name="Divider"/>
          <p:cNvCxnSpPr/>
          <p:nvPr/>
        </p:nvCxnSpPr>
        <p:spPr>
          <a:xfrm>
            <a:off x="950976" y="4754880"/>
            <a:ext cx="10296144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59" name="China note marker"/>
          <p:cNvSpPr/>
          <p:nvPr/>
        </p:nvSpPr>
        <p:spPr>
          <a:xfrm>
            <a:off x="973278" y="5005783"/>
            <a:ext cx="186448" cy="1810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60" name="China note"/>
          <p:cNvSpPr txBox="1"/>
          <p:nvPr/>
        </p:nvSpPr>
        <p:spPr>
          <a:xfrm>
            <a:off x="1362456" y="4937760"/>
            <a:ext cx="9884664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China remains a major buyer of Korean chips, </a:t>
            </a: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driven by its vast electronics manufacturing and fast-growing AI ecosystem</a:t>
            </a:r>
          </a:p>
        </p:txBody>
      </p:sp>
      <p:sp>
        <p:nvSpPr>
          <p:cNvPr id="10" name="Group 2 label">
            <a:extLst>
              <a:ext uri="{FF2B5EF4-FFF2-40B4-BE49-F238E27FC236}">
                <a16:creationId xmlns:a16="http://schemas.microsoft.com/office/drawing/2014/main" id="{643EF2DD-0948-2EFD-7DC1-A40DC727587E}"/>
              </a:ext>
            </a:extLst>
          </p:cNvPr>
          <p:cNvSpPr txBox="1"/>
          <p:nvPr/>
        </p:nvSpPr>
        <p:spPr>
          <a:xfrm>
            <a:off x="962801" y="1517013"/>
            <a:ext cx="49651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Weight in the domestic economy</a:t>
            </a:r>
          </a:p>
        </p:txBody>
      </p:sp>
      <p:cxnSp>
        <p:nvCxnSpPr>
          <p:cNvPr id="11" name="Group 2 rule">
            <a:extLst>
              <a:ext uri="{FF2B5EF4-FFF2-40B4-BE49-F238E27FC236}">
                <a16:creationId xmlns:a16="http://schemas.microsoft.com/office/drawing/2014/main" id="{D388C8A0-89AA-9496-3D7F-C73859F19CA2}"/>
              </a:ext>
            </a:extLst>
          </p:cNvPr>
          <p:cNvCxnSpPr/>
          <p:nvPr/>
        </p:nvCxnSpPr>
        <p:spPr>
          <a:xfrm>
            <a:off x="962801" y="1955925"/>
            <a:ext cx="4965192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12" name="Stat 3 value">
            <a:extLst>
              <a:ext uri="{FF2B5EF4-FFF2-40B4-BE49-F238E27FC236}">
                <a16:creationId xmlns:a16="http://schemas.microsoft.com/office/drawing/2014/main" id="{6D71E234-9DA7-91C1-07D5-46E98BFFAB91}"/>
              </a:ext>
            </a:extLst>
          </p:cNvPr>
          <p:cNvSpPr txBox="1"/>
          <p:nvPr/>
        </p:nvSpPr>
        <p:spPr>
          <a:xfrm>
            <a:off x="3616789" y="2047365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~48%</a:t>
            </a:r>
          </a:p>
        </p:txBody>
      </p:sp>
      <p:sp>
        <p:nvSpPr>
          <p:cNvPr id="13" name="Stat 3 label">
            <a:extLst>
              <a:ext uri="{FF2B5EF4-FFF2-40B4-BE49-F238E27FC236}">
                <a16:creationId xmlns:a16="http://schemas.microsoft.com/office/drawing/2014/main" id="{1F2296BA-E67A-FC23-8D0A-60CC3AC65778}"/>
              </a:ext>
            </a:extLst>
          </p:cNvPr>
          <p:cNvSpPr txBox="1"/>
          <p:nvPr/>
        </p:nvSpPr>
        <p:spPr>
          <a:xfrm>
            <a:off x="3616789" y="3007485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of Korea's total exports</a:t>
            </a:r>
          </a:p>
        </p:txBody>
      </p:sp>
      <p:sp>
        <p:nvSpPr>
          <p:cNvPr id="14" name="Stat 3 caption">
            <a:extLst>
              <a:ext uri="{FF2B5EF4-FFF2-40B4-BE49-F238E27FC236}">
                <a16:creationId xmlns:a16="http://schemas.microsoft.com/office/drawing/2014/main" id="{08DCF2C0-2563-03BD-18A9-930D93885149}"/>
              </a:ext>
            </a:extLst>
          </p:cNvPr>
          <p:cNvSpPr txBox="1"/>
          <p:nvPr/>
        </p:nvSpPr>
        <p:spPr>
          <a:xfrm>
            <a:off x="3616789" y="3693285"/>
            <a:ext cx="2299716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accent3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Based on data from September 1 to September 20, 2026</a:t>
            </a:r>
            <a:endParaRPr lang="en-US" sz="1600" b="0" dirty="0">
              <a:solidFill>
                <a:schemeClr val="accent3"/>
              </a:solidFill>
              <a:latin typeface="Times New Roman" panose="02020603050405020304" pitchFamily="18" charset="0"/>
              <a:ea typeface="+mn-lt"/>
              <a:cs typeface="Times New Roman" panose="02020603050405020304" pitchFamily="18" charset="0"/>
            </a:endParaRPr>
          </a:p>
        </p:txBody>
      </p:sp>
      <p:sp>
        <p:nvSpPr>
          <p:cNvPr id="18" name="Stat 1 value">
            <a:extLst>
              <a:ext uri="{FF2B5EF4-FFF2-40B4-BE49-F238E27FC236}">
                <a16:creationId xmlns:a16="http://schemas.microsoft.com/office/drawing/2014/main" id="{04102AF4-E910-D323-911D-5549F1A29D1E}"/>
              </a:ext>
            </a:extLst>
          </p:cNvPr>
          <p:cNvSpPr txBox="1"/>
          <p:nvPr/>
        </p:nvSpPr>
        <p:spPr>
          <a:xfrm>
            <a:off x="7614666" y="3282696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~47%</a:t>
            </a:r>
          </a:p>
        </p:txBody>
      </p:sp>
      <p:sp>
        <p:nvSpPr>
          <p:cNvPr id="19" name="Stat 1 label">
            <a:extLst>
              <a:ext uri="{FF2B5EF4-FFF2-40B4-BE49-F238E27FC236}">
                <a16:creationId xmlns:a16="http://schemas.microsoft.com/office/drawing/2014/main" id="{11D4BD33-EBEF-3D9B-2E2B-5E1A32262D7C}"/>
              </a:ext>
            </a:extLst>
          </p:cNvPr>
          <p:cNvSpPr txBox="1"/>
          <p:nvPr/>
        </p:nvSpPr>
        <p:spPr>
          <a:xfrm>
            <a:off x="7614666" y="4251960"/>
            <a:ext cx="285633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of NAND market</a:t>
            </a:r>
          </a:p>
        </p:txBody>
      </p:sp>
      <p:sp>
        <p:nvSpPr>
          <p:cNvPr id="20" name="Stat 4 value">
            <a:extLst>
              <a:ext uri="{FF2B5EF4-FFF2-40B4-BE49-F238E27FC236}">
                <a16:creationId xmlns:a16="http://schemas.microsoft.com/office/drawing/2014/main" id="{9174B1AC-0817-88A0-F892-7CFAC5BE6D61}"/>
              </a:ext>
            </a:extLst>
          </p:cNvPr>
          <p:cNvSpPr txBox="1"/>
          <p:nvPr/>
        </p:nvSpPr>
        <p:spPr>
          <a:xfrm>
            <a:off x="974293" y="2047365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50%+</a:t>
            </a:r>
          </a:p>
        </p:txBody>
      </p:sp>
      <p:sp>
        <p:nvSpPr>
          <p:cNvPr id="21" name="Stat 4 label">
            <a:extLst>
              <a:ext uri="{FF2B5EF4-FFF2-40B4-BE49-F238E27FC236}">
                <a16:creationId xmlns:a16="http://schemas.microsoft.com/office/drawing/2014/main" id="{FA145F91-C7F2-58E6-E67A-0BB17951BD0B}"/>
              </a:ext>
            </a:extLst>
          </p:cNvPr>
          <p:cNvSpPr txBox="1"/>
          <p:nvPr/>
        </p:nvSpPr>
        <p:spPr>
          <a:xfrm>
            <a:off x="974293" y="3007485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of KOSPI market cap</a:t>
            </a:r>
          </a:p>
        </p:txBody>
      </p:sp>
      <p:sp>
        <p:nvSpPr>
          <p:cNvPr id="22" name="Stat 4 caption">
            <a:extLst>
              <a:ext uri="{FF2B5EF4-FFF2-40B4-BE49-F238E27FC236}">
                <a16:creationId xmlns:a16="http://schemas.microsoft.com/office/drawing/2014/main" id="{8D4A29EB-6A10-2A6C-4B83-EEFCDCBC04ED}"/>
              </a:ext>
            </a:extLst>
          </p:cNvPr>
          <p:cNvSpPr txBox="1"/>
          <p:nvPr/>
        </p:nvSpPr>
        <p:spPr>
          <a:xfrm>
            <a:off x="974293" y="3693285"/>
            <a:ext cx="2299716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chemeClr val="accent3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Samsung + SK Hynix combined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1" name="Title band"/>
          <p:cNvSpPr/>
          <p:nvPr/>
        </p:nvSpPr>
        <p:spPr>
          <a:xfrm>
            <a:off x="0" y="274320"/>
            <a:ext cx="11338560" cy="9601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8" name="Google Shape;718;p69"/>
          <p:cNvSpPr txBox="1">
            <a:spLocks noGrp="1"/>
          </p:cNvSpPr>
          <p:nvPr>
            <p:ph type="title"/>
          </p:nvPr>
        </p:nvSpPr>
        <p:spPr>
          <a:xfrm>
            <a:off x="950976" y="274320"/>
            <a:ext cx="10149840" cy="960120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-US" sz="3600" b="1" dirty="0">
                <a:solidFill>
                  <a:schemeClr val="l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China's Rise in Memory Chips</a:t>
            </a:r>
          </a:p>
        </p:txBody>
      </p:sp>
      <p:sp>
        <p:nvSpPr>
          <p:cNvPr id="2062" name="CXMT heading"/>
          <p:cNvSpPr txBox="1"/>
          <p:nvPr/>
        </p:nvSpPr>
        <p:spPr>
          <a:xfrm>
            <a:off x="796274" y="1584365"/>
            <a:ext cx="4624621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 err="1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ChangXin</a:t>
            </a: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 Memory Technologies (CXMT)</a:t>
            </a:r>
          </a:p>
        </p:txBody>
      </p:sp>
      <p:sp>
        <p:nvSpPr>
          <p:cNvPr id="2063" name="CXMT intro"/>
          <p:cNvSpPr txBox="1"/>
          <p:nvPr/>
        </p:nvSpPr>
        <p:spPr>
          <a:xfrm>
            <a:off x="630936" y="1938528"/>
            <a:ext cx="4944651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Chinese memory chip manufacturer, founded </a:t>
            </a:r>
            <a:r>
              <a:rPr lang="en-US" sz="180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in </a:t>
            </a: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2016</a:t>
            </a:r>
          </a:p>
        </p:txBody>
      </p:sp>
      <p:sp>
        <p:nvSpPr>
          <p:cNvPr id="2064" name="Share before"/>
          <p:cNvSpPr txBox="1"/>
          <p:nvPr/>
        </p:nvSpPr>
        <p:spPr>
          <a:xfrm>
            <a:off x="950976" y="4069079"/>
            <a:ext cx="146304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dirty="0">
                <a:solidFill>
                  <a:schemeClr val="accent4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4%</a:t>
            </a:r>
          </a:p>
        </p:txBody>
      </p:sp>
      <p:cxnSp>
        <p:nvCxnSpPr>
          <p:cNvPr id="2065" name="Share arrow"/>
          <p:cNvCxnSpPr/>
          <p:nvPr/>
        </p:nvCxnSpPr>
        <p:spPr>
          <a:xfrm>
            <a:off x="2368296" y="4503419"/>
            <a:ext cx="822960" cy="0"/>
          </a:xfrm>
          <a:prstGeom prst="straightConnector1">
            <a:avLst/>
          </a:prstGeom>
          <a:ln w="22225">
            <a:solidFill>
              <a:schemeClr val="dk1"/>
            </a:solidFill>
            <a:tailEnd type="triangle" w="med" len="med"/>
          </a:ln>
        </p:spPr>
      </p:cxnSp>
      <p:sp>
        <p:nvSpPr>
          <p:cNvPr id="2066" name="Share after"/>
          <p:cNvSpPr txBox="1"/>
          <p:nvPr/>
        </p:nvSpPr>
        <p:spPr>
          <a:xfrm>
            <a:off x="3328416" y="4069079"/>
            <a:ext cx="201168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10%</a:t>
            </a:r>
          </a:p>
        </p:txBody>
      </p:sp>
      <p:sp>
        <p:nvSpPr>
          <p:cNvPr id="2067" name="Share label"/>
          <p:cNvSpPr txBox="1"/>
          <p:nvPr/>
        </p:nvSpPr>
        <p:spPr>
          <a:xfrm>
            <a:off x="826786" y="4914900"/>
            <a:ext cx="4748797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Global DRAM share change over the past year</a:t>
            </a:r>
          </a:p>
        </p:txBody>
      </p:sp>
      <p:sp>
        <p:nvSpPr>
          <p:cNvPr id="2068" name="Rank value"/>
          <p:cNvSpPr txBox="1"/>
          <p:nvPr/>
        </p:nvSpPr>
        <p:spPr>
          <a:xfrm>
            <a:off x="1225296" y="5541263"/>
            <a:ext cx="11430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dirty="0">
                <a:solidFill>
                  <a:schemeClr val="dk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#4</a:t>
            </a:r>
          </a:p>
        </p:txBody>
      </p:sp>
      <p:sp>
        <p:nvSpPr>
          <p:cNvPr id="2069" name="Rank text"/>
          <p:cNvSpPr txBox="1"/>
          <p:nvPr/>
        </p:nvSpPr>
        <p:spPr>
          <a:xfrm>
            <a:off x="2139696" y="5486399"/>
            <a:ext cx="324612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in DRAM </a:t>
            </a:r>
            <a:r>
              <a:rPr lang="en-US" sz="180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market share; only </a:t>
            </a: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behind Samsung, SK Hynix, and Micron (US)</a:t>
            </a:r>
          </a:p>
        </p:txBody>
      </p:sp>
      <p:cxnSp>
        <p:nvCxnSpPr>
          <p:cNvPr id="2071" name="Column divider"/>
          <p:cNvCxnSpPr>
            <a:cxnSpLocks/>
          </p:cNvCxnSpPr>
          <p:nvPr/>
        </p:nvCxnSpPr>
        <p:spPr>
          <a:xfrm>
            <a:off x="5669280" y="1645920"/>
            <a:ext cx="0" cy="4672583"/>
          </a:xfrm>
          <a:prstGeom prst="line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72" name="Gap heading"/>
          <p:cNvSpPr txBox="1"/>
          <p:nvPr/>
        </p:nvSpPr>
        <p:spPr>
          <a:xfrm>
            <a:off x="5989320" y="1572768"/>
            <a:ext cx="52578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China is only a few years behind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2D7C3BA-0AFC-753B-3A5D-E94DD3A189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917"/>
          <a:stretch>
            <a:fillRect/>
          </a:stretch>
        </p:blipFill>
        <p:spPr>
          <a:xfrm>
            <a:off x="1521313" y="2354134"/>
            <a:ext cx="2516926" cy="1595448"/>
          </a:xfrm>
          <a:prstGeom prst="rect">
            <a:avLst/>
          </a:prstGeom>
        </p:spPr>
      </p:pic>
      <p:sp>
        <p:nvSpPr>
          <p:cNvPr id="12" name="Gap 1 value">
            <a:extLst>
              <a:ext uri="{FF2B5EF4-FFF2-40B4-BE49-F238E27FC236}">
                <a16:creationId xmlns:a16="http://schemas.microsoft.com/office/drawing/2014/main" id="{E46592FB-E36D-8FEE-7262-ED8C07D0C88C}"/>
              </a:ext>
            </a:extLst>
          </p:cNvPr>
          <p:cNvSpPr txBox="1"/>
          <p:nvPr/>
        </p:nvSpPr>
        <p:spPr>
          <a:xfrm>
            <a:off x="5989320" y="2103120"/>
            <a:ext cx="251460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2 years</a:t>
            </a:r>
          </a:p>
        </p:txBody>
      </p:sp>
      <p:sp>
        <p:nvSpPr>
          <p:cNvPr id="13" name="Gap 1 label">
            <a:extLst>
              <a:ext uri="{FF2B5EF4-FFF2-40B4-BE49-F238E27FC236}">
                <a16:creationId xmlns:a16="http://schemas.microsoft.com/office/drawing/2014/main" id="{75B19F05-DA89-E960-014D-96CE20C50489}"/>
              </a:ext>
            </a:extLst>
          </p:cNvPr>
          <p:cNvSpPr txBox="1"/>
          <p:nvPr/>
        </p:nvSpPr>
        <p:spPr>
          <a:xfrm>
            <a:off x="8641080" y="2103120"/>
            <a:ext cx="260604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behind in DRAM</a:t>
            </a:r>
          </a:p>
        </p:txBody>
      </p:sp>
      <p:cxnSp>
        <p:nvCxnSpPr>
          <p:cNvPr id="14" name="Gap rule 1">
            <a:extLst>
              <a:ext uri="{FF2B5EF4-FFF2-40B4-BE49-F238E27FC236}">
                <a16:creationId xmlns:a16="http://schemas.microsoft.com/office/drawing/2014/main" id="{545CD248-A85B-AE81-CFA9-EB75D8ECEE06}"/>
              </a:ext>
            </a:extLst>
          </p:cNvPr>
          <p:cNvCxnSpPr/>
          <p:nvPr/>
        </p:nvCxnSpPr>
        <p:spPr>
          <a:xfrm>
            <a:off x="5989320" y="3200400"/>
            <a:ext cx="5257800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15" name="Gap 2 value">
            <a:extLst>
              <a:ext uri="{FF2B5EF4-FFF2-40B4-BE49-F238E27FC236}">
                <a16:creationId xmlns:a16="http://schemas.microsoft.com/office/drawing/2014/main" id="{201D323D-5159-1BE8-D906-73B00FC3ADD8}"/>
              </a:ext>
            </a:extLst>
          </p:cNvPr>
          <p:cNvSpPr txBox="1"/>
          <p:nvPr/>
        </p:nvSpPr>
        <p:spPr>
          <a:xfrm>
            <a:off x="5989320" y="3364992"/>
            <a:ext cx="251460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3 years</a:t>
            </a:r>
          </a:p>
        </p:txBody>
      </p:sp>
      <p:sp>
        <p:nvSpPr>
          <p:cNvPr id="16" name="Gap 2 label">
            <a:extLst>
              <a:ext uri="{FF2B5EF4-FFF2-40B4-BE49-F238E27FC236}">
                <a16:creationId xmlns:a16="http://schemas.microsoft.com/office/drawing/2014/main" id="{A5DBD400-9FAC-5D92-9A40-5AFD0EF365DC}"/>
              </a:ext>
            </a:extLst>
          </p:cNvPr>
          <p:cNvSpPr txBox="1"/>
          <p:nvPr/>
        </p:nvSpPr>
        <p:spPr>
          <a:xfrm>
            <a:off x="8641080" y="3364992"/>
            <a:ext cx="260604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behind in HBM</a:t>
            </a:r>
          </a:p>
        </p:txBody>
      </p:sp>
      <p:cxnSp>
        <p:nvCxnSpPr>
          <p:cNvPr id="17" name="Gap rule 2">
            <a:extLst>
              <a:ext uri="{FF2B5EF4-FFF2-40B4-BE49-F238E27FC236}">
                <a16:creationId xmlns:a16="http://schemas.microsoft.com/office/drawing/2014/main" id="{7259328B-BA26-CA28-E48E-7A138BF3EF7A}"/>
              </a:ext>
            </a:extLst>
          </p:cNvPr>
          <p:cNvCxnSpPr/>
          <p:nvPr/>
        </p:nvCxnSpPr>
        <p:spPr>
          <a:xfrm>
            <a:off x="5989320" y="4462272"/>
            <a:ext cx="5257800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18" name="Gap 3 value">
            <a:extLst>
              <a:ext uri="{FF2B5EF4-FFF2-40B4-BE49-F238E27FC236}">
                <a16:creationId xmlns:a16="http://schemas.microsoft.com/office/drawing/2014/main" id="{4D6C4CF7-53A3-AC5D-B566-894082DCC762}"/>
              </a:ext>
            </a:extLst>
          </p:cNvPr>
          <p:cNvSpPr txBox="1"/>
          <p:nvPr/>
        </p:nvSpPr>
        <p:spPr>
          <a:xfrm>
            <a:off x="5989320" y="4626864"/>
            <a:ext cx="251460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dirty="0">
                <a:solidFill>
                  <a:schemeClr val="dk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1 year</a:t>
            </a:r>
          </a:p>
        </p:txBody>
      </p:sp>
      <p:sp>
        <p:nvSpPr>
          <p:cNvPr id="19" name="Gap 3 label">
            <a:extLst>
              <a:ext uri="{FF2B5EF4-FFF2-40B4-BE49-F238E27FC236}">
                <a16:creationId xmlns:a16="http://schemas.microsoft.com/office/drawing/2014/main" id="{8EA4F3C4-442E-D196-5795-C6377F27CE63}"/>
              </a:ext>
            </a:extLst>
          </p:cNvPr>
          <p:cNvSpPr txBox="1"/>
          <p:nvPr/>
        </p:nvSpPr>
        <p:spPr>
          <a:xfrm>
            <a:off x="8641080" y="4626864"/>
            <a:ext cx="260604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behind in NAND</a:t>
            </a:r>
          </a:p>
        </p:txBody>
      </p:sp>
      <p:sp>
        <p:nvSpPr>
          <p:cNvPr id="3001" name="Gap source"/>
          <p:cNvSpPr txBox="1"/>
          <p:nvPr/>
        </p:nvSpPr>
        <p:spPr>
          <a:xfrm>
            <a:off x="5989320" y="5989320"/>
            <a:ext cx="52578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dirty="0">
                <a:solidFill>
                  <a:schemeClr val="accent3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Source: Korea Semiconductor Industry Association, September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1" name="Title band"/>
          <p:cNvSpPr/>
          <p:nvPr/>
        </p:nvSpPr>
        <p:spPr>
          <a:xfrm>
            <a:off x="0" y="274320"/>
            <a:ext cx="10515600" cy="9601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02" name="Title"/>
          <p:cNvSpPr txBox="1">
            <a:spLocks noGrp="1"/>
          </p:cNvSpPr>
          <p:nvPr>
            <p:ph type="title"/>
          </p:nvPr>
        </p:nvSpPr>
        <p:spPr>
          <a:xfrm>
            <a:off x="950976" y="274320"/>
            <a:ext cx="9473184" cy="960120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l"/>
            <a:r>
              <a:rPr lang="en-US" sz="3600" b="1" dirty="0">
                <a:solidFill>
                  <a:schemeClr val="l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Paradox: Strong Demand, Growing Risk</a:t>
            </a:r>
          </a:p>
        </p:txBody>
      </p:sp>
      <p:sp>
        <p:nvSpPr>
          <p:cNvPr id="3103" name="Left heading"/>
          <p:cNvSpPr txBox="1"/>
          <p:nvPr/>
        </p:nvSpPr>
        <p:spPr>
          <a:xfrm>
            <a:off x="950976" y="1572768"/>
            <a:ext cx="4736592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Short-term strength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Chinese demand persists</a:t>
            </a:r>
          </a:p>
        </p:txBody>
      </p:sp>
      <p:sp>
        <p:nvSpPr>
          <p:cNvPr id="3104" name="Right heading"/>
          <p:cNvSpPr txBox="1"/>
          <p:nvPr/>
        </p:nvSpPr>
        <p:spPr>
          <a:xfrm>
            <a:off x="6510528" y="1572768"/>
            <a:ext cx="4736592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Long-term risk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Markets fear China's competitiveness</a:t>
            </a:r>
          </a:p>
        </p:txBody>
      </p:sp>
      <p:cxnSp>
        <p:nvCxnSpPr>
          <p:cNvPr id="3105" name="Column divider"/>
          <p:cNvCxnSpPr/>
          <p:nvPr/>
        </p:nvCxnSpPr>
        <p:spPr>
          <a:xfrm>
            <a:off x="6099048" y="1645920"/>
            <a:ext cx="0" cy="352044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3106" name="Rebound arrow"/>
          <p:cNvSpPr/>
          <p:nvPr/>
        </p:nvSpPr>
        <p:spPr>
          <a:xfrm>
            <a:off x="950976" y="2542032"/>
            <a:ext cx="868680" cy="1234440"/>
          </a:xfrm>
          <a:prstGeom prst="upArrow">
            <a:avLst/>
          </a:prstGeom>
          <a:solidFill>
            <a:schemeClr val="accent5"/>
          </a:solidFill>
          <a:ln>
            <a:noFill/>
          </a:ln>
        </p:spPr>
      </p:sp>
      <p:sp>
        <p:nvSpPr>
          <p:cNvPr id="3107" name="Rebound headline"/>
          <p:cNvSpPr txBox="1"/>
          <p:nvPr/>
        </p:nvSpPr>
        <p:spPr>
          <a:xfrm>
            <a:off x="2048256" y="2450592"/>
            <a:ext cx="3639312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Exports to China rebound strongly</a:t>
            </a:r>
          </a:p>
        </p:txBody>
      </p:sp>
      <p:sp>
        <p:nvSpPr>
          <p:cNvPr id="3108" name="Rebound driver"/>
          <p:cNvSpPr txBox="1"/>
          <p:nvPr/>
        </p:nvSpPr>
        <p:spPr>
          <a:xfrm>
            <a:off x="2048256" y="3520440"/>
            <a:ext cx="363931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 2026, driven by AI chip demand</a:t>
            </a:r>
          </a:p>
        </p:txBody>
      </p:sp>
      <p:cxnSp>
        <p:nvCxnSpPr>
          <p:cNvPr id="3109" name="Context rule"/>
          <p:cNvCxnSpPr/>
          <p:nvPr/>
        </p:nvCxnSpPr>
        <p:spPr>
          <a:xfrm>
            <a:off x="950976" y="4160520"/>
            <a:ext cx="4736592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3110" name="Share context"/>
          <p:cNvSpPr txBox="1"/>
          <p:nvPr/>
        </p:nvSpPr>
        <p:spPr>
          <a:xfrm>
            <a:off x="950976" y="4279392"/>
            <a:ext cx="4736592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accent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Context: </a:t>
            </a:r>
            <a:r>
              <a:rPr lang="en-US" sz="1800" b="0" dirty="0">
                <a:solidFill>
                  <a:schemeClr val="accent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China's share of Korea's memory chip exports fell from </a:t>
            </a:r>
            <a:r>
              <a:rPr lang="en-US" sz="1800" b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45.7%</a:t>
            </a:r>
            <a:r>
              <a:rPr lang="en-US" sz="1800" b="0" dirty="0">
                <a:solidFill>
                  <a:schemeClr val="accent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(2018) to </a:t>
            </a:r>
            <a:r>
              <a:rPr lang="en-US" sz="1800" b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31.7%</a:t>
            </a:r>
            <a:r>
              <a:rPr lang="en-US" sz="1800" b="0" dirty="0">
                <a:solidFill>
                  <a:schemeClr val="accent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(2024)</a:t>
            </a:r>
          </a:p>
        </p:txBody>
      </p:sp>
      <p:sp>
        <p:nvSpPr>
          <p:cNvPr id="3111" name="Recent label"/>
          <p:cNvSpPr txBox="1"/>
          <p:nvPr/>
        </p:nvSpPr>
        <p:spPr>
          <a:xfrm>
            <a:off x="6510528" y="2468880"/>
            <a:ext cx="4736592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accent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Most recent selloff (approx.)</a:t>
            </a:r>
          </a:p>
        </p:txBody>
      </p:sp>
      <p:sp>
        <p:nvSpPr>
          <p:cNvPr id="3112" name="Selloff 1 value"/>
          <p:cNvSpPr txBox="1"/>
          <p:nvPr/>
        </p:nvSpPr>
        <p:spPr>
          <a:xfrm>
            <a:off x="6510528" y="2788920"/>
            <a:ext cx="1578864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−5.5%</a:t>
            </a:r>
          </a:p>
        </p:txBody>
      </p:sp>
      <p:sp>
        <p:nvSpPr>
          <p:cNvPr id="3113" name="Selloff 1 name"/>
          <p:cNvSpPr txBox="1"/>
          <p:nvPr/>
        </p:nvSpPr>
        <p:spPr>
          <a:xfrm>
            <a:off x="6510528" y="3474720"/>
            <a:ext cx="157886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KOSPI</a:t>
            </a:r>
          </a:p>
        </p:txBody>
      </p:sp>
      <p:sp>
        <p:nvSpPr>
          <p:cNvPr id="3114" name="Selloff 2 value"/>
          <p:cNvSpPr txBox="1"/>
          <p:nvPr/>
        </p:nvSpPr>
        <p:spPr>
          <a:xfrm>
            <a:off x="8089392" y="2788920"/>
            <a:ext cx="1578864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−7%</a:t>
            </a:r>
          </a:p>
        </p:txBody>
      </p:sp>
      <p:sp>
        <p:nvSpPr>
          <p:cNvPr id="3115" name="Selloff 2 name"/>
          <p:cNvSpPr txBox="1"/>
          <p:nvPr/>
        </p:nvSpPr>
        <p:spPr>
          <a:xfrm>
            <a:off x="8089392" y="3474720"/>
            <a:ext cx="157886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Samsung</a:t>
            </a:r>
          </a:p>
        </p:txBody>
      </p:sp>
      <p:sp>
        <p:nvSpPr>
          <p:cNvPr id="3116" name="Selloff 3 value"/>
          <p:cNvSpPr txBox="1"/>
          <p:nvPr/>
        </p:nvSpPr>
        <p:spPr>
          <a:xfrm>
            <a:off x="9668256" y="2788920"/>
            <a:ext cx="1578864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−10%</a:t>
            </a:r>
          </a:p>
        </p:txBody>
      </p:sp>
      <p:sp>
        <p:nvSpPr>
          <p:cNvPr id="3117" name="Selloff 3 name"/>
          <p:cNvSpPr txBox="1"/>
          <p:nvPr/>
        </p:nvSpPr>
        <p:spPr>
          <a:xfrm>
            <a:off x="9668256" y="3474720"/>
            <a:ext cx="157886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SK Hynix</a:t>
            </a:r>
          </a:p>
        </p:txBody>
      </p:sp>
      <p:cxnSp>
        <p:nvCxnSpPr>
          <p:cNvPr id="3118" name="Selloff rule"/>
          <p:cNvCxnSpPr/>
          <p:nvPr/>
        </p:nvCxnSpPr>
        <p:spPr>
          <a:xfrm>
            <a:off x="6510528" y="3959352"/>
            <a:ext cx="4736592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3119" name="July selloff"/>
          <p:cNvSpPr txBox="1"/>
          <p:nvPr/>
        </p:nvSpPr>
        <p:spPr>
          <a:xfrm>
            <a:off x="6510528" y="4041648"/>
            <a:ext cx="47365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July selloff: </a:t>
            </a: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KOSPI fell nearly 11%</a:t>
            </a:r>
          </a:p>
        </p:txBody>
      </p:sp>
      <p:sp>
        <p:nvSpPr>
          <p:cNvPr id="3120" name="Selloff note"/>
          <p:cNvSpPr txBox="1"/>
          <p:nvPr/>
        </p:nvSpPr>
        <p:spPr>
          <a:xfrm>
            <a:off x="6510528" y="4498848"/>
            <a:ext cx="473659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1" dirty="0">
                <a:solidFill>
                  <a:schemeClr val="accent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AI-investment worries played a part, but CXMT's progress raised fears that more chip supply will squeeze Korean prices and profits</a:t>
            </a:r>
          </a:p>
        </p:txBody>
      </p:sp>
      <p:sp>
        <p:nvSpPr>
          <p:cNvPr id="3121" name="Takeaway banner"/>
          <p:cNvSpPr/>
          <p:nvPr/>
        </p:nvSpPr>
        <p:spPr>
          <a:xfrm>
            <a:off x="950976" y="5440680"/>
            <a:ext cx="10296144" cy="86868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txBody>
          <a:bodyPr wrap="square" lIns="91440" tIns="91440" rIns="91440" bIns="9144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Chinese demand supports Korean exports today, but competition could extend into higher-value chips. </a:t>
            </a:r>
            <a:r>
              <a:rPr lang="en-US" sz="18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Can Korea sustain its export strength as China shifts from customer to competitor?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2" name="Title band"/>
          <p:cNvSpPr/>
          <p:nvPr/>
        </p:nvSpPr>
        <p:spPr>
          <a:xfrm>
            <a:off x="0" y="274320"/>
            <a:ext cx="10881360" cy="9601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23" name="Title"/>
          <p:cNvSpPr txBox="1">
            <a:spLocks noGrp="1"/>
          </p:cNvSpPr>
          <p:nvPr>
            <p:ph type="title"/>
          </p:nvPr>
        </p:nvSpPr>
        <p:spPr>
          <a:xfrm>
            <a:off x="950976" y="274320"/>
            <a:ext cx="9838944" cy="960120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l"/>
            <a:r>
              <a:rPr lang="en-US" sz="3600" b="1" dirty="0">
                <a:solidFill>
                  <a:schemeClr val="l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South Korea's Response</a:t>
            </a:r>
          </a:p>
        </p:txBody>
      </p:sp>
      <p:sp>
        <p:nvSpPr>
          <p:cNvPr id="3124" name="Column 1 header"/>
          <p:cNvSpPr/>
          <p:nvPr/>
        </p:nvSpPr>
        <p:spPr>
          <a:xfrm>
            <a:off x="950976" y="1572768"/>
            <a:ext cx="4690872" cy="8686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164592" tIns="164592" rIns="164592" bIns="16459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Private sector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Samsung Electronics &amp; SK Hynix</a:t>
            </a:r>
          </a:p>
        </p:txBody>
      </p:sp>
      <p:sp>
        <p:nvSpPr>
          <p:cNvPr id="3125" name="Column 1 marker 1"/>
          <p:cNvSpPr/>
          <p:nvPr/>
        </p:nvSpPr>
        <p:spPr>
          <a:xfrm>
            <a:off x="996696" y="2788920"/>
            <a:ext cx="182880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/>
          </a:p>
        </p:txBody>
      </p:sp>
      <p:sp>
        <p:nvSpPr>
          <p:cNvPr id="3126" name="Column 1 point 1"/>
          <p:cNvSpPr txBox="1"/>
          <p:nvPr/>
        </p:nvSpPr>
        <p:spPr>
          <a:xfrm>
            <a:off x="1362456" y="2697480"/>
            <a:ext cx="423367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Focus on advanced memory, especially HBM, </a:t>
            </a: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where Korea leads China</a:t>
            </a:r>
          </a:p>
        </p:txBody>
      </p:sp>
      <p:sp>
        <p:nvSpPr>
          <p:cNvPr id="3127" name="Column 1 marker 2"/>
          <p:cNvSpPr/>
          <p:nvPr/>
        </p:nvSpPr>
        <p:spPr>
          <a:xfrm>
            <a:off x="996696" y="3703320"/>
            <a:ext cx="182880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/>
          </a:p>
        </p:txBody>
      </p:sp>
      <p:sp>
        <p:nvSpPr>
          <p:cNvPr id="3128" name="Column 1 point 2"/>
          <p:cNvSpPr txBox="1"/>
          <p:nvPr/>
        </p:nvSpPr>
        <p:spPr>
          <a:xfrm>
            <a:off x="1362456" y="3611880"/>
            <a:ext cx="423367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CXMT is developing HBM but still struggles to make it reliably at scale</a:t>
            </a:r>
          </a:p>
        </p:txBody>
      </p:sp>
      <p:sp>
        <p:nvSpPr>
          <p:cNvPr id="3129" name="Column 1 marker 3"/>
          <p:cNvSpPr/>
          <p:nvPr/>
        </p:nvSpPr>
        <p:spPr>
          <a:xfrm>
            <a:off x="996696" y="4617720"/>
            <a:ext cx="182880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/>
          </a:p>
        </p:txBody>
      </p:sp>
      <p:sp>
        <p:nvSpPr>
          <p:cNvPr id="3130" name="Column 1 point 3"/>
          <p:cNvSpPr txBox="1"/>
          <p:nvPr/>
        </p:nvSpPr>
        <p:spPr>
          <a:xfrm>
            <a:off x="1362456" y="4526280"/>
            <a:ext cx="423367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Strategy: </a:t>
            </a: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higher-value chips as China gains in conventional DRAM</a:t>
            </a:r>
          </a:p>
        </p:txBody>
      </p:sp>
      <p:sp>
        <p:nvSpPr>
          <p:cNvPr id="3131" name="Column 2 header"/>
          <p:cNvSpPr/>
          <p:nvPr/>
        </p:nvSpPr>
        <p:spPr>
          <a:xfrm>
            <a:off x="6007608" y="1572768"/>
            <a:ext cx="4690872" cy="86868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164592" tIns="164592" rIns="164592" bIns="16459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Government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Semiconductor Special Act</a:t>
            </a:r>
          </a:p>
        </p:txBody>
      </p:sp>
      <p:sp>
        <p:nvSpPr>
          <p:cNvPr id="3132" name="Column 2 marker 1"/>
          <p:cNvSpPr/>
          <p:nvPr/>
        </p:nvSpPr>
        <p:spPr>
          <a:xfrm>
            <a:off x="6053328" y="2788920"/>
            <a:ext cx="182880" cy="18288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/>
          </a:p>
        </p:txBody>
      </p:sp>
      <p:sp>
        <p:nvSpPr>
          <p:cNvPr id="3133" name="Column 2 point 1"/>
          <p:cNvSpPr txBox="1"/>
          <p:nvPr/>
        </p:nvSpPr>
        <p:spPr>
          <a:xfrm>
            <a:off x="6419088" y="2697480"/>
            <a:ext cx="423367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Took effect August 11, 2026</a:t>
            </a:r>
          </a:p>
        </p:txBody>
      </p:sp>
      <p:sp>
        <p:nvSpPr>
          <p:cNvPr id="3134" name="Column 2 marker 2"/>
          <p:cNvSpPr/>
          <p:nvPr/>
        </p:nvSpPr>
        <p:spPr>
          <a:xfrm>
            <a:off x="6053328" y="3703320"/>
            <a:ext cx="182880" cy="18288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/>
          </a:p>
        </p:txBody>
      </p:sp>
      <p:sp>
        <p:nvSpPr>
          <p:cNvPr id="3135" name="Column 2 point 2"/>
          <p:cNvSpPr txBox="1"/>
          <p:nvPr/>
        </p:nvSpPr>
        <p:spPr>
          <a:xfrm>
            <a:off x="6419088" y="3611880"/>
            <a:ext cx="423367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Expands manufacturing infrastructure, chip clusters and R&amp;D support</a:t>
            </a:r>
          </a:p>
        </p:txBody>
      </p:sp>
      <p:sp>
        <p:nvSpPr>
          <p:cNvPr id="3136" name="Column 2 marker 3"/>
          <p:cNvSpPr/>
          <p:nvPr/>
        </p:nvSpPr>
        <p:spPr>
          <a:xfrm>
            <a:off x="6053328" y="4617720"/>
            <a:ext cx="182880" cy="18288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/>
          </a:p>
        </p:txBody>
      </p:sp>
      <p:sp>
        <p:nvSpPr>
          <p:cNvPr id="3137" name="Column 2 point 3"/>
          <p:cNvSpPr txBox="1"/>
          <p:nvPr/>
        </p:nvSpPr>
        <p:spPr>
          <a:xfrm>
            <a:off x="6419088" y="4526280"/>
            <a:ext cx="423367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Goal: </a:t>
            </a: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stronger competitiveness amid rising competition, including China's</a:t>
            </a:r>
          </a:p>
        </p:txBody>
      </p:sp>
      <p:sp>
        <p:nvSpPr>
          <p:cNvPr id="3138" name="Takeaway banner"/>
          <p:cNvSpPr/>
          <p:nvPr/>
        </p:nvSpPr>
        <p:spPr>
          <a:xfrm>
            <a:off x="950976" y="5440680"/>
            <a:ext cx="9747504" cy="7315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txBody>
          <a:bodyPr wrap="square" lIns="91440" tIns="91440" rIns="91440" bIns="9144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Korea's strategy: move up to higher-value chips, backed by government support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e Four Asian Tigers: Singapore, Hong Kong, Taiwan and South Korea by Slidesgo">
  <a:themeElements>
    <a:clrScheme name="Korea-China Trade">
      <a:dk1>
        <a:srgbClr val="272727"/>
      </a:dk1>
      <a:lt1>
        <a:srgbClr val="F5F5F5"/>
      </a:lt1>
      <a:dk2>
        <a:srgbClr val="F05454"/>
      </a:dk2>
      <a:lt2>
        <a:srgbClr val="FF8080"/>
      </a:lt2>
      <a:accent1>
        <a:srgbClr val="FDABAB"/>
      </a:accent1>
      <a:accent2>
        <a:srgbClr val="30475E"/>
      </a:accent2>
      <a:accent3>
        <a:srgbClr val="5C748D"/>
      </a:accent3>
      <a:accent4>
        <a:srgbClr val="93A8BE"/>
      </a:accent4>
      <a:accent5>
        <a:srgbClr val="145A49"/>
      </a:accent5>
      <a:accent6>
        <a:srgbClr val="A3CCC3"/>
      </a:accent6>
      <a:hlink>
        <a:srgbClr val="272727"/>
      </a:hlink>
      <a:folHlink>
        <a:srgbClr val="0097A7"/>
      </a:folHlink>
    </a:clrScheme>
    <a:fontScheme name="Office">
      <a:majorFont>
        <a:latin typeface="Anek Bangla Medium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lbert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339</Words>
  <Application>Microsoft Macintosh PowerPoint</Application>
  <PresentationFormat>Widescreen</PresentationFormat>
  <Paragraphs>65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</vt:i4>
      </vt:variant>
    </vt:vector>
  </HeadingPairs>
  <TitlesOfParts>
    <vt:vector size="14" baseType="lpstr">
      <vt:lpstr>Arial</vt:lpstr>
      <vt:lpstr>Times New Roman</vt:lpstr>
      <vt:lpstr>Anek Bangla</vt:lpstr>
      <vt:lpstr>Proxima Nova Semibold</vt:lpstr>
      <vt:lpstr>Albert Sans</vt:lpstr>
      <vt:lpstr>Anek Bangla Medium</vt:lpstr>
      <vt:lpstr>Proxima Nova</vt:lpstr>
      <vt:lpstr>The Four Asian Tigers: Singapore, Hong Kong, Taiwan and South Korea by Slidesgo</vt:lpstr>
      <vt:lpstr>Slidesgo Final Pages</vt:lpstr>
      <vt:lpstr>Partners to Competitors: The Changing Nature of South Korea-China Trade</vt:lpstr>
      <vt:lpstr>Background: How the Relationship Began</vt:lpstr>
      <vt:lpstr>Changing Korea-China Trade Relationship</vt:lpstr>
      <vt:lpstr>South Korea: A Global Memory Chip Leader</vt:lpstr>
      <vt:lpstr>China's Rise in Memory Chips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Andrew Youngmin Cho</cp:lastModifiedBy>
  <cp:revision>2</cp:revision>
  <dcterms:modified xsi:type="dcterms:W3CDTF">2026-10-14T07:28:10Z</dcterms:modified>
</cp:coreProperties>
</file>