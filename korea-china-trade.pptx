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8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1.xml"/>
  <Override ContentType="application/vnd.openxmlformats-officedocument.presentationml.slide+xml" PartName="/ppt/slides/slide8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  <p:sldMasterId id="2147483685" r:id="rId5"/>
  </p:sldMasterIdLst>
  <p:notesMasterIdLst>
    <p:notesMasterId r:id="rId6"/>
  </p:notesMasterIdLst>
  <p:sldIdLst>
    <p:sldId id="256" r:id="rId7"/>
    <p:sldId id="263" r:id="rId14"/>
    <p:sldId id="266" r:id="rId17"/>
  </p:sldIdLst>
  <p:sldSz cx="12192000" cy="6858000"/>
  <p:notesSz cx="6858000" cy="9144000"/>
  <p:embeddedFontLst>
    <p:embeddedFont>
      <p:font typeface="Krona One"/>
      <p:regular r:id="rId62"/>
    </p:embeddedFont>
    <p:embeddedFont>
      <p:font typeface="Proxima Nova"/>
      <p:regular r:id="rId63"/>
      <p:bold r:id="rId64"/>
      <p:italic r:id="rId65"/>
      <p:boldItalic r:id="rId66"/>
    </p:embeddedFont>
    <p:embeddedFont>
      <p:font typeface="Roboto Medium"/>
      <p:regular r:id="rId67"/>
      <p:bold r:id="rId68"/>
      <p:italic r:id="rId69"/>
      <p:boldItalic r:id="rId70"/>
    </p:embeddedFont>
    <p:embeddedFont>
      <p:font typeface="Golos Text Medium"/>
      <p:regular r:id="rId71"/>
      <p:bold r:id="rId72"/>
    </p:embeddedFont>
    <p:embeddedFont>
      <p:font typeface="Anek Bangla Light"/>
      <p:regular r:id="rId73"/>
      <p:bold r:id="rId74"/>
    </p:embeddedFont>
    <p:embeddedFont>
      <p:font typeface="Proxima Nova Semibold"/>
      <p:regular r:id="rId75"/>
      <p:bold r:id="rId76"/>
      <p:boldItalic r:id="rId77"/>
    </p:embeddedFont>
    <p:embeddedFont>
      <p:font typeface="Amatic SC"/>
      <p:regular r:id="rId78"/>
      <p:bold r:id="rId79"/>
    </p:embeddedFont>
    <p:embeddedFont>
      <p:font typeface="Anek Bangla"/>
      <p:regular r:id="rId80"/>
      <p:bold r:id="rId81"/>
    </p:embeddedFont>
    <p:embeddedFont>
      <p:font typeface="Albert Sans"/>
      <p:regular r:id="rId82"/>
      <p:bold r:id="rId83"/>
      <p:italic r:id="rId84"/>
      <p:boldItalic r:id="rId85"/>
    </p:embeddedFont>
    <p:embeddedFont>
      <p:font typeface="Anek Bangla Medium"/>
      <p:regular r:id="rId86"/>
      <p:bold r:id="rId87"/>
    </p:embeddedFont>
    <p:embeddedFont>
      <p:font typeface="Open Sans"/>
      <p:regular r:id="rId88"/>
      <p:bold r:id="rId89"/>
      <p:italic r:id="rId90"/>
      <p:boldItalic r:id="rId91"/>
    </p:embeddedFont>
    <p:embeddedFont>
      <p:font typeface="Karla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6B6514-74F6-4317-915B-A18D4892B56A}">
  <a:tblStyle styleId="{F96B6514-74F6-4317-915B-A18D4892B5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71AF536-A070-408E-B5C0-6DC6F384A8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84" Type="http://schemas.openxmlformats.org/officeDocument/2006/relationships/font" Target="fonts/AlbertSans-italic.fntdata"/><Relationship Id="rId83" Type="http://schemas.openxmlformats.org/officeDocument/2006/relationships/font" Target="fonts/AlbertSans-bold.fntdata"/><Relationship Id="rId86" Type="http://schemas.openxmlformats.org/officeDocument/2006/relationships/font" Target="fonts/AnekBanglaMedium-regular.fntdata"/><Relationship Id="rId85" Type="http://schemas.openxmlformats.org/officeDocument/2006/relationships/font" Target="fonts/AlbertSans-boldItalic.fntdata"/><Relationship Id="rId88" Type="http://schemas.openxmlformats.org/officeDocument/2006/relationships/font" Target="fonts/OpenSans-regular.fntdata"/><Relationship Id="rId87" Type="http://schemas.openxmlformats.org/officeDocument/2006/relationships/font" Target="fonts/AnekBanglaMedium-bold.fntdata"/><Relationship Id="rId89" Type="http://schemas.openxmlformats.org/officeDocument/2006/relationships/font" Target="fonts/OpenSans-bold.fntdata"/><Relationship Id="rId80" Type="http://schemas.openxmlformats.org/officeDocument/2006/relationships/font" Target="fonts/AnekBangla-regular.fntdata"/><Relationship Id="rId82" Type="http://schemas.openxmlformats.org/officeDocument/2006/relationships/font" Target="fonts/AlbertSans-regular.fntdata"/><Relationship Id="rId81" Type="http://schemas.openxmlformats.org/officeDocument/2006/relationships/font" Target="fonts/AnekBangla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3" Type="http://schemas.openxmlformats.org/officeDocument/2006/relationships/font" Target="fonts/AnekBanglaLight-regular.fntdata"/><Relationship Id="rId72" Type="http://schemas.openxmlformats.org/officeDocument/2006/relationships/font" Target="fonts/GolosTextMedium-bold.fntdata"/><Relationship Id="rId75" Type="http://schemas.openxmlformats.org/officeDocument/2006/relationships/font" Target="fonts/ProximaNovaSemibold-regular.fntdata"/><Relationship Id="rId74" Type="http://schemas.openxmlformats.org/officeDocument/2006/relationships/font" Target="fonts/AnekBanglaLight-bold.fntdata"/><Relationship Id="rId77" Type="http://schemas.openxmlformats.org/officeDocument/2006/relationships/font" Target="fonts/ProximaNovaSemibold-boldItalic.fntdata"/><Relationship Id="rId76" Type="http://schemas.openxmlformats.org/officeDocument/2006/relationships/font" Target="fonts/ProximaNovaSemibold-bold.fntdata"/><Relationship Id="rId79" Type="http://schemas.openxmlformats.org/officeDocument/2006/relationships/font" Target="fonts/AmaticSC-bold.fntdata"/><Relationship Id="rId78" Type="http://schemas.openxmlformats.org/officeDocument/2006/relationships/font" Target="fonts/AmaticSC-regular.fntdata"/><Relationship Id="rId71" Type="http://schemas.openxmlformats.org/officeDocument/2006/relationships/font" Target="fonts/GolosTextMedium-regular.fntdata"/><Relationship Id="rId70" Type="http://schemas.openxmlformats.org/officeDocument/2006/relationships/font" Target="fonts/RobotoMedium-boldItalic.fntdata"/><Relationship Id="rId62" Type="http://schemas.openxmlformats.org/officeDocument/2006/relationships/font" Target="fonts/KronaOne-regular.fntdata"/><Relationship Id="rId64" Type="http://schemas.openxmlformats.org/officeDocument/2006/relationships/font" Target="fonts/ProximaNova-bold.fntdata"/><Relationship Id="rId63" Type="http://schemas.openxmlformats.org/officeDocument/2006/relationships/font" Target="fonts/ProximaNova-regular.fntdata"/><Relationship Id="rId66" Type="http://schemas.openxmlformats.org/officeDocument/2006/relationships/font" Target="fonts/ProximaNova-boldItalic.fntdata"/><Relationship Id="rId65" Type="http://schemas.openxmlformats.org/officeDocument/2006/relationships/font" Target="fonts/ProximaNova-italic.fntdata"/><Relationship Id="rId68" Type="http://schemas.openxmlformats.org/officeDocument/2006/relationships/font" Target="fonts/RobotoMedium-bold.fntdata"/><Relationship Id="rId67" Type="http://schemas.openxmlformats.org/officeDocument/2006/relationships/font" Target="fonts/RobotoMedium-regular.fntdata"/><Relationship Id="rId69" Type="http://schemas.openxmlformats.org/officeDocument/2006/relationships/font" Target="fonts/RobotoMedium-italic.fntdata"/><Relationship Id="rId95" Type="http://schemas.openxmlformats.org/officeDocument/2006/relationships/font" Target="fonts/Karla-boldItalic.fntdata"/><Relationship Id="rId94" Type="http://schemas.openxmlformats.org/officeDocument/2006/relationships/font" Target="fonts/Karla-italic.fntdata"/><Relationship Id="rId91" Type="http://schemas.openxmlformats.org/officeDocument/2006/relationships/font" Target="fonts/OpenSans-boldItalic.fntdata"/><Relationship Id="rId90" Type="http://schemas.openxmlformats.org/officeDocument/2006/relationships/font" Target="fonts/OpenSans-italic.fntdata"/><Relationship Id="rId93" Type="http://schemas.openxmlformats.org/officeDocument/2006/relationships/font" Target="fonts/Karla-bold.fntdata"/><Relationship Id="rId92" Type="http://schemas.openxmlformats.org/officeDocument/2006/relationships/font" Target="fonts/Karla-regular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9a3c2a2d3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9a3c2a2d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9a3c2a2d3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9a3c2a2d3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268767" y="716033"/>
            <a:ext cx="6356000" cy="3864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268767" y="5219967"/>
            <a:ext cx="3128400" cy="922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>
                <a:solidFill>
                  <a:srgbClr val="272727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0" y="0"/>
            <a:ext cx="769600" cy="1539200"/>
            <a:chOff x="0" y="0"/>
            <a:chExt cx="769600" cy="1539200"/>
          </a:xfrm>
        </p:grpSpPr>
        <p:sp>
          <p:nvSpPr>
            <p:cNvPr id="12" name="Google Shape;12;p2"/>
            <p:cNvSpPr/>
            <p:nvPr/>
          </p:nvSpPr>
          <p:spPr>
            <a:xfrm>
              <a:off x="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0"/>
              <a:ext cx="769600" cy="76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950967" y="3241100"/>
            <a:ext cx="3941200" cy="2025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333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950967" y="716033"/>
            <a:ext cx="1166000" cy="736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17" name="Google Shape;17;p3"/>
          <p:cNvGrpSpPr/>
          <p:nvPr/>
        </p:nvGrpSpPr>
        <p:grpSpPr>
          <a:xfrm>
            <a:off x="11241017" y="-57133"/>
            <a:ext cx="950965" cy="6965533"/>
            <a:chOff x="11458400" y="-57133"/>
            <a:chExt cx="733600" cy="6965533"/>
          </a:xfrm>
        </p:grpSpPr>
        <p:sp>
          <p:nvSpPr>
            <p:cNvPr id="18" name="Google Shape;18;p3"/>
            <p:cNvSpPr/>
            <p:nvPr/>
          </p:nvSpPr>
          <p:spPr>
            <a:xfrm>
              <a:off x="11458400" y="-57133"/>
              <a:ext cx="733600" cy="2998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11458400" y="2837600"/>
              <a:ext cx="733600" cy="4070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950967" y="1536633"/>
            <a:ext cx="10290000" cy="1531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950967" y="2120700"/>
            <a:ext cx="4316000" cy="2942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6202576" y="2120700"/>
            <a:ext cx="4316000" cy="2942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27" name="Google Shape;27;p5"/>
          <p:cNvGrpSpPr/>
          <p:nvPr/>
        </p:nvGrpSpPr>
        <p:grpSpPr>
          <a:xfrm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28" name="Google Shape;28;p5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9" name="Google Shape;29;p5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30" name="Google Shape;30;p5"/>
          <p:cNvGrpSpPr/>
          <p:nvPr/>
        </p:nvGrpSpPr>
        <p:grpSpPr>
          <a:xfrm>
            <a:off x="11422400" y="-6960"/>
            <a:ext cx="1530367" cy="1518400"/>
            <a:chOff x="11422400" y="20800"/>
            <a:chExt cx="1530367" cy="1518400"/>
          </a:xfrm>
        </p:grpSpPr>
        <p:sp>
          <p:nvSpPr>
            <p:cNvPr id="31" name="Google Shape;31;p5"/>
            <p:cNvSpPr/>
            <p:nvPr/>
          </p:nvSpPr>
          <p:spPr>
            <a:xfrm rot="10800000">
              <a:off x="11434367" y="20800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11422400" y="769600"/>
              <a:ext cx="769600" cy="76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35" name="Google Shape;35;p6"/>
          <p:cNvGrpSpPr/>
          <p:nvPr/>
        </p:nvGrpSpPr>
        <p:grpSpPr>
          <a:xfrm>
            <a:off x="-158500" y="-57133"/>
            <a:ext cx="733600" cy="6965533"/>
            <a:chOff x="-158500" y="-57133"/>
            <a:chExt cx="733600" cy="6965533"/>
          </a:xfrm>
        </p:grpSpPr>
        <p:sp>
          <p:nvSpPr>
            <p:cNvPr id="36" name="Google Shape;36;p6"/>
            <p:cNvSpPr/>
            <p:nvPr/>
          </p:nvSpPr>
          <p:spPr>
            <a:xfrm>
              <a:off x="-158500" y="-57133"/>
              <a:ext cx="733600" cy="299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-158500" y="2837600"/>
              <a:ext cx="733600" cy="4070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38" name="Google Shape;38;p6"/>
          <p:cNvGrpSpPr/>
          <p:nvPr/>
        </p:nvGrpSpPr>
        <p:grpSpPr>
          <a:xfrm>
            <a:off x="10665633" y="5339600"/>
            <a:ext cx="1526367" cy="1518400"/>
            <a:chOff x="10665633" y="5339600"/>
            <a:chExt cx="1526367" cy="1518400"/>
          </a:xfrm>
        </p:grpSpPr>
        <p:sp>
          <p:nvSpPr>
            <p:cNvPr id="39" name="Google Shape;39;p6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039700" y="1784793"/>
            <a:ext cx="5942800" cy="87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3039700" y="2810807"/>
            <a:ext cx="5942800" cy="226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grpSp>
        <p:nvGrpSpPr>
          <p:cNvPr id="44" name="Google Shape;44;p7"/>
          <p:cNvGrpSpPr/>
          <p:nvPr/>
        </p:nvGrpSpPr>
        <p:grpSpPr>
          <a:xfrm>
            <a:off x="10665633" y="5339600"/>
            <a:ext cx="1526367" cy="1518400"/>
            <a:chOff x="10665633" y="5339600"/>
            <a:chExt cx="1526367" cy="1518400"/>
          </a:xfrm>
        </p:grpSpPr>
        <p:sp>
          <p:nvSpPr>
            <p:cNvPr id="45" name="Google Shape;45;p7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950967" y="2053400"/>
            <a:ext cx="5084400" cy="2570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5913533" y="1419067"/>
            <a:ext cx="4902400" cy="1412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5913267" y="4458200"/>
            <a:ext cx="4902400" cy="125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/>
        </p:txBody>
      </p:sp>
      <p:grpSp>
        <p:nvGrpSpPr>
          <p:cNvPr id="52" name="Google Shape;52;p9"/>
          <p:cNvGrpSpPr/>
          <p:nvPr/>
        </p:nvGrpSpPr>
        <p:grpSpPr>
          <a:xfrm>
            <a:off x="11422400" y="0"/>
            <a:ext cx="769600" cy="1539200"/>
            <a:chOff x="0" y="0"/>
            <a:chExt cx="769600" cy="1539200"/>
          </a:xfrm>
        </p:grpSpPr>
        <p:sp>
          <p:nvSpPr>
            <p:cNvPr id="53" name="Google Shape;53;p9"/>
            <p:cNvSpPr/>
            <p:nvPr/>
          </p:nvSpPr>
          <p:spPr>
            <a:xfrm>
              <a:off x="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54" name="Google Shape;54;p9"/>
            <p:cNvSpPr/>
            <p:nvPr/>
          </p:nvSpPr>
          <p:spPr>
            <a:xfrm>
              <a:off x="0" y="0"/>
              <a:ext cx="769600" cy="76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>
            <p:ph idx="2" type="pic"/>
          </p:nvPr>
        </p:nvSpPr>
        <p:spPr>
          <a:xfrm>
            <a:off x="167" y="-167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950967" y="5026767"/>
            <a:ext cx="3401600" cy="111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950967" y="1772833"/>
            <a:ext cx="5560000" cy="146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subTitle"/>
          </p:nvPr>
        </p:nvSpPr>
        <p:spPr>
          <a:xfrm>
            <a:off x="950967" y="4865633"/>
            <a:ext cx="3587200" cy="96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/>
        </p:txBody>
      </p:sp>
      <p:grpSp>
        <p:nvGrpSpPr>
          <p:cNvPr id="61" name="Google Shape;61;p11"/>
          <p:cNvGrpSpPr/>
          <p:nvPr/>
        </p:nvGrpSpPr>
        <p:grpSpPr>
          <a:xfrm flipH="1" rot="5400000">
            <a:off x="383133" y="-1144667"/>
            <a:ext cx="1530367" cy="2296667"/>
            <a:chOff x="11422400" y="0"/>
            <a:chExt cx="1530367" cy="2296667"/>
          </a:xfrm>
        </p:grpSpPr>
        <p:grpSp>
          <p:nvGrpSpPr>
            <p:cNvPr id="62" name="Google Shape;62;p11"/>
            <p:cNvGrpSpPr/>
            <p:nvPr/>
          </p:nvGrpSpPr>
          <p:grpSpPr>
            <a:xfrm>
              <a:off x="11422400" y="0"/>
              <a:ext cx="769600" cy="1539200"/>
              <a:chOff x="0" y="0"/>
              <a:chExt cx="769600" cy="1539200"/>
            </a:xfrm>
          </p:grpSpPr>
          <p:sp>
            <p:nvSpPr>
              <p:cNvPr id="63" name="Google Shape;63;p11"/>
              <p:cNvSpPr/>
              <p:nvPr/>
            </p:nvSpPr>
            <p:spPr>
              <a:xfrm>
                <a:off x="0" y="769600"/>
                <a:ext cx="769600" cy="7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64" name="Google Shape;64;p11"/>
              <p:cNvSpPr/>
              <p:nvPr/>
            </p:nvSpPr>
            <p:spPr>
              <a:xfrm>
                <a:off x="0" y="0"/>
                <a:ext cx="769600" cy="769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65" name="Google Shape;65;p11"/>
            <p:cNvSpPr/>
            <p:nvPr/>
          </p:nvSpPr>
          <p:spPr>
            <a:xfrm flipH="1">
              <a:off x="11434367" y="778267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6">
    <p:bg>
      <p:bgPr>
        <a:solidFill>
          <a:schemeClr val="accent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7299833" y="3226567"/>
            <a:ext cx="3941200" cy="2025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333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2" type="title"/>
          </p:nvPr>
        </p:nvSpPr>
        <p:spPr>
          <a:xfrm>
            <a:off x="10075033" y="716033"/>
            <a:ext cx="1166000" cy="736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grpSp>
        <p:nvGrpSpPr>
          <p:cNvPr id="70" name="Google Shape;70;p13"/>
          <p:cNvGrpSpPr/>
          <p:nvPr/>
        </p:nvGrpSpPr>
        <p:grpSpPr>
          <a:xfrm>
            <a:off x="0" y="-57133"/>
            <a:ext cx="950965" cy="6965567"/>
            <a:chOff x="11458412" y="-57133"/>
            <a:chExt cx="733600" cy="6965567"/>
          </a:xfrm>
        </p:grpSpPr>
        <p:sp>
          <p:nvSpPr>
            <p:cNvPr id="71" name="Google Shape;71;p13"/>
            <p:cNvSpPr/>
            <p:nvPr/>
          </p:nvSpPr>
          <p:spPr>
            <a:xfrm>
              <a:off x="11458412" y="-57133"/>
              <a:ext cx="733600" cy="136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11458412" y="1222833"/>
              <a:ext cx="733600" cy="5685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950967" y="2478333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75" name="Google Shape;75;p14"/>
          <p:cNvSpPr txBox="1"/>
          <p:nvPr>
            <p:ph idx="2" type="subTitle"/>
          </p:nvPr>
        </p:nvSpPr>
        <p:spPr>
          <a:xfrm>
            <a:off x="950967" y="4770819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76" name="Google Shape;76;p14"/>
          <p:cNvSpPr txBox="1"/>
          <p:nvPr>
            <p:ph idx="3" type="subTitle"/>
          </p:nvPr>
        </p:nvSpPr>
        <p:spPr>
          <a:xfrm>
            <a:off x="4179733" y="2478333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77" name="Google Shape;77;p14"/>
          <p:cNvSpPr txBox="1"/>
          <p:nvPr>
            <p:ph idx="4" type="subTitle"/>
          </p:nvPr>
        </p:nvSpPr>
        <p:spPr>
          <a:xfrm>
            <a:off x="4179733" y="4770819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78" name="Google Shape;78;p14"/>
          <p:cNvSpPr txBox="1"/>
          <p:nvPr>
            <p:ph idx="5" type="subTitle"/>
          </p:nvPr>
        </p:nvSpPr>
        <p:spPr>
          <a:xfrm>
            <a:off x="7408500" y="2478333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79" name="Google Shape;79;p14"/>
          <p:cNvSpPr txBox="1"/>
          <p:nvPr>
            <p:ph idx="6" type="subTitle"/>
          </p:nvPr>
        </p:nvSpPr>
        <p:spPr>
          <a:xfrm>
            <a:off x="7408500" y="4770819"/>
            <a:ext cx="20484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grpSp>
        <p:nvGrpSpPr>
          <p:cNvPr id="80" name="Google Shape;80;p14"/>
          <p:cNvGrpSpPr/>
          <p:nvPr/>
        </p:nvGrpSpPr>
        <p:grpSpPr>
          <a:xfrm>
            <a:off x="11422400" y="0"/>
            <a:ext cx="1530367" cy="2296667"/>
            <a:chOff x="11422400" y="0"/>
            <a:chExt cx="1530367" cy="2296667"/>
          </a:xfrm>
        </p:grpSpPr>
        <p:grpSp>
          <p:nvGrpSpPr>
            <p:cNvPr id="81" name="Google Shape;81;p14"/>
            <p:cNvGrpSpPr/>
            <p:nvPr/>
          </p:nvGrpSpPr>
          <p:grpSpPr>
            <a:xfrm>
              <a:off x="11422400" y="0"/>
              <a:ext cx="769600" cy="1539200"/>
              <a:chOff x="0" y="0"/>
              <a:chExt cx="769600" cy="1539200"/>
            </a:xfrm>
          </p:grpSpPr>
          <p:sp>
            <p:nvSpPr>
              <p:cNvPr id="82" name="Google Shape;82;p14"/>
              <p:cNvSpPr/>
              <p:nvPr/>
            </p:nvSpPr>
            <p:spPr>
              <a:xfrm>
                <a:off x="0" y="769600"/>
                <a:ext cx="769600" cy="7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83" name="Google Shape;83;p14"/>
              <p:cNvSpPr/>
              <p:nvPr/>
            </p:nvSpPr>
            <p:spPr>
              <a:xfrm>
                <a:off x="0" y="0"/>
                <a:ext cx="769600" cy="769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84" name="Google Shape;84;p14"/>
            <p:cNvSpPr/>
            <p:nvPr/>
          </p:nvSpPr>
          <p:spPr>
            <a:xfrm flipH="1">
              <a:off x="11434367" y="778267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86" name="Google Shape;86;p14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sp>
        <p:nvSpPr>
          <p:cNvPr id="88" name="Google Shape;88;p14"/>
          <p:cNvSpPr txBox="1"/>
          <p:nvPr>
            <p:ph hasCustomPrompt="1" type="title"/>
          </p:nvPr>
        </p:nvSpPr>
        <p:spPr>
          <a:xfrm>
            <a:off x="950967" y="19347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9" name="Google Shape;89;p14"/>
          <p:cNvSpPr txBox="1"/>
          <p:nvPr>
            <p:ph hasCustomPrompt="1" idx="7" type="title"/>
          </p:nvPr>
        </p:nvSpPr>
        <p:spPr>
          <a:xfrm>
            <a:off x="950967" y="42256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0" name="Google Shape;90;p14"/>
          <p:cNvSpPr txBox="1"/>
          <p:nvPr>
            <p:ph hasCustomPrompt="1" idx="8" type="title"/>
          </p:nvPr>
        </p:nvSpPr>
        <p:spPr>
          <a:xfrm>
            <a:off x="4179733" y="19347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1" name="Google Shape;91;p14"/>
          <p:cNvSpPr txBox="1"/>
          <p:nvPr>
            <p:ph hasCustomPrompt="1" idx="9" type="title"/>
          </p:nvPr>
        </p:nvSpPr>
        <p:spPr>
          <a:xfrm>
            <a:off x="4179733" y="42256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hasCustomPrompt="1" idx="13" type="title"/>
          </p:nvPr>
        </p:nvSpPr>
        <p:spPr>
          <a:xfrm>
            <a:off x="7408500" y="19347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4"/>
          <p:cNvSpPr txBox="1"/>
          <p:nvPr>
            <p:ph hasCustomPrompt="1" idx="14" type="title"/>
          </p:nvPr>
        </p:nvSpPr>
        <p:spPr>
          <a:xfrm>
            <a:off x="7408500" y="4225633"/>
            <a:ext cx="1286800" cy="543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272727"/>
                </a:solidFill>
                <a:latin typeface="Anek Bangla"/>
                <a:ea typeface="Anek Bangla"/>
                <a:cs typeface="Anek Bangla"/>
                <a:sym typeface="Anek Bangl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4"/>
          <p:cNvSpPr txBox="1"/>
          <p:nvPr>
            <p:ph idx="15"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950967" y="2302667"/>
            <a:ext cx="3226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97" name="Google Shape;97;p15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2" type="subTitle"/>
          </p:nvPr>
        </p:nvSpPr>
        <p:spPr>
          <a:xfrm>
            <a:off x="950967" y="2935867"/>
            <a:ext cx="3226000" cy="216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3" type="subTitle"/>
          </p:nvPr>
        </p:nvSpPr>
        <p:spPr>
          <a:xfrm>
            <a:off x="5287633" y="2302667"/>
            <a:ext cx="3226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00" name="Google Shape;100;p15"/>
          <p:cNvSpPr txBox="1"/>
          <p:nvPr>
            <p:ph idx="4" type="subTitle"/>
          </p:nvPr>
        </p:nvSpPr>
        <p:spPr>
          <a:xfrm>
            <a:off x="5287633" y="2935867"/>
            <a:ext cx="3226000" cy="216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01" name="Google Shape;101;p15"/>
          <p:cNvGrpSpPr/>
          <p:nvPr/>
        </p:nvGrpSpPr>
        <p:grpSpPr>
          <a:xfrm>
            <a:off x="11458400" y="-57133"/>
            <a:ext cx="733600" cy="6965533"/>
            <a:chOff x="-158500" y="-57133"/>
            <a:chExt cx="733600" cy="6965533"/>
          </a:xfrm>
        </p:grpSpPr>
        <p:sp>
          <p:nvSpPr>
            <p:cNvPr id="102" name="Google Shape;102;p15"/>
            <p:cNvSpPr/>
            <p:nvPr/>
          </p:nvSpPr>
          <p:spPr>
            <a:xfrm>
              <a:off x="-158500" y="-57133"/>
              <a:ext cx="733600" cy="2998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-158500" y="2837600"/>
              <a:ext cx="733600" cy="4070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0" y="5330933"/>
            <a:ext cx="1530367" cy="1527067"/>
            <a:chOff x="11422400" y="769600"/>
            <a:chExt cx="1530367" cy="1527067"/>
          </a:xfrm>
        </p:grpSpPr>
        <p:sp>
          <p:nvSpPr>
            <p:cNvPr id="105" name="Google Shape;105;p15"/>
            <p:cNvSpPr/>
            <p:nvPr/>
          </p:nvSpPr>
          <p:spPr>
            <a:xfrm>
              <a:off x="1142240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06" name="Google Shape;106;p15"/>
            <p:cNvSpPr/>
            <p:nvPr/>
          </p:nvSpPr>
          <p:spPr>
            <a:xfrm flipH="1">
              <a:off x="11434367" y="778267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950967" y="2303007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2" type="subTitle"/>
          </p:nvPr>
        </p:nvSpPr>
        <p:spPr>
          <a:xfrm>
            <a:off x="950967" y="2936207"/>
            <a:ext cx="2888000" cy="194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11" name="Google Shape;111;p16"/>
          <p:cNvSpPr txBox="1"/>
          <p:nvPr>
            <p:ph idx="3" type="subTitle"/>
          </p:nvPr>
        </p:nvSpPr>
        <p:spPr>
          <a:xfrm>
            <a:off x="4385917" y="2303007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12" name="Google Shape;112;p16"/>
          <p:cNvSpPr txBox="1"/>
          <p:nvPr>
            <p:ph idx="4" type="subTitle"/>
          </p:nvPr>
        </p:nvSpPr>
        <p:spPr>
          <a:xfrm>
            <a:off x="4385917" y="2936207"/>
            <a:ext cx="2888000" cy="194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13" name="Google Shape;113;p16"/>
          <p:cNvSpPr txBox="1"/>
          <p:nvPr>
            <p:ph idx="5" type="subTitle"/>
          </p:nvPr>
        </p:nvSpPr>
        <p:spPr>
          <a:xfrm>
            <a:off x="7820867" y="2303007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14" name="Google Shape;114;p16"/>
          <p:cNvSpPr txBox="1"/>
          <p:nvPr>
            <p:ph idx="6" type="subTitle"/>
          </p:nvPr>
        </p:nvSpPr>
        <p:spPr>
          <a:xfrm>
            <a:off x="7820867" y="2936207"/>
            <a:ext cx="2888000" cy="194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15" name="Google Shape;115;p16"/>
          <p:cNvGrpSpPr/>
          <p:nvPr/>
        </p:nvGrpSpPr>
        <p:grpSpPr>
          <a:xfrm flipH="1"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116" name="Google Shape;116;p16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idx="1" type="subTitle"/>
          </p:nvPr>
        </p:nvSpPr>
        <p:spPr>
          <a:xfrm>
            <a:off x="950967" y="4508200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0" name="Google Shape;120;p17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2" type="subTitle"/>
          </p:nvPr>
        </p:nvSpPr>
        <p:spPr>
          <a:xfrm>
            <a:off x="950967" y="5141400"/>
            <a:ext cx="288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22" name="Google Shape;122;p17"/>
          <p:cNvSpPr txBox="1"/>
          <p:nvPr>
            <p:ph idx="3" type="subTitle"/>
          </p:nvPr>
        </p:nvSpPr>
        <p:spPr>
          <a:xfrm>
            <a:off x="4326933" y="4508200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3" name="Google Shape;123;p17"/>
          <p:cNvSpPr txBox="1"/>
          <p:nvPr>
            <p:ph idx="4" type="subTitle"/>
          </p:nvPr>
        </p:nvSpPr>
        <p:spPr>
          <a:xfrm>
            <a:off x="4326933" y="5141400"/>
            <a:ext cx="288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24" name="Google Shape;124;p17"/>
          <p:cNvSpPr txBox="1"/>
          <p:nvPr>
            <p:ph idx="5" type="subTitle"/>
          </p:nvPr>
        </p:nvSpPr>
        <p:spPr>
          <a:xfrm>
            <a:off x="7702900" y="4508200"/>
            <a:ext cx="288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5" name="Google Shape;125;p17"/>
          <p:cNvSpPr txBox="1"/>
          <p:nvPr>
            <p:ph idx="6" type="subTitle"/>
          </p:nvPr>
        </p:nvSpPr>
        <p:spPr>
          <a:xfrm>
            <a:off x="7702900" y="5141400"/>
            <a:ext cx="288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26" name="Google Shape;126;p17"/>
          <p:cNvGrpSpPr/>
          <p:nvPr/>
        </p:nvGrpSpPr>
        <p:grpSpPr>
          <a:xfrm>
            <a:off x="11458400" y="-57133"/>
            <a:ext cx="733600" cy="6965533"/>
            <a:chOff x="-158500" y="-57133"/>
            <a:chExt cx="733600" cy="6965533"/>
          </a:xfrm>
        </p:grpSpPr>
        <p:sp>
          <p:nvSpPr>
            <p:cNvPr id="127" name="Google Shape;127;p17"/>
            <p:cNvSpPr/>
            <p:nvPr/>
          </p:nvSpPr>
          <p:spPr>
            <a:xfrm>
              <a:off x="-158500" y="-57133"/>
              <a:ext cx="733600" cy="2998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-158500" y="2837600"/>
              <a:ext cx="733600" cy="4070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0" y="5330933"/>
            <a:ext cx="1530367" cy="1527067"/>
            <a:chOff x="11422400" y="769600"/>
            <a:chExt cx="1530367" cy="1527067"/>
          </a:xfrm>
        </p:grpSpPr>
        <p:sp>
          <p:nvSpPr>
            <p:cNvPr id="130" name="Google Shape;130;p17"/>
            <p:cNvSpPr/>
            <p:nvPr/>
          </p:nvSpPr>
          <p:spPr>
            <a:xfrm>
              <a:off x="1142240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 flipH="1">
              <a:off x="11434367" y="778267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950967" y="1831633"/>
            <a:ext cx="3704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2" type="subTitle"/>
          </p:nvPr>
        </p:nvSpPr>
        <p:spPr>
          <a:xfrm>
            <a:off x="950967" y="2464833"/>
            <a:ext cx="37040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36" name="Google Shape;136;p18"/>
          <p:cNvSpPr txBox="1"/>
          <p:nvPr>
            <p:ph idx="3" type="subTitle"/>
          </p:nvPr>
        </p:nvSpPr>
        <p:spPr>
          <a:xfrm>
            <a:off x="5580279" y="1831633"/>
            <a:ext cx="3704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7" name="Google Shape;137;p18"/>
          <p:cNvSpPr txBox="1"/>
          <p:nvPr>
            <p:ph idx="4" type="subTitle"/>
          </p:nvPr>
        </p:nvSpPr>
        <p:spPr>
          <a:xfrm>
            <a:off x="5580272" y="2464833"/>
            <a:ext cx="37040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38" name="Google Shape;138;p18"/>
          <p:cNvSpPr txBox="1"/>
          <p:nvPr>
            <p:ph idx="5" type="subTitle"/>
          </p:nvPr>
        </p:nvSpPr>
        <p:spPr>
          <a:xfrm>
            <a:off x="950967" y="4022667"/>
            <a:ext cx="3704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9" name="Google Shape;139;p18"/>
          <p:cNvSpPr txBox="1"/>
          <p:nvPr>
            <p:ph idx="6" type="subTitle"/>
          </p:nvPr>
        </p:nvSpPr>
        <p:spPr>
          <a:xfrm>
            <a:off x="950967" y="4655867"/>
            <a:ext cx="37040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40" name="Google Shape;140;p18"/>
          <p:cNvSpPr txBox="1"/>
          <p:nvPr>
            <p:ph idx="7" type="subTitle"/>
          </p:nvPr>
        </p:nvSpPr>
        <p:spPr>
          <a:xfrm>
            <a:off x="5580279" y="4022667"/>
            <a:ext cx="3704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41" name="Google Shape;141;p18"/>
          <p:cNvSpPr txBox="1"/>
          <p:nvPr>
            <p:ph idx="8" type="subTitle"/>
          </p:nvPr>
        </p:nvSpPr>
        <p:spPr>
          <a:xfrm>
            <a:off x="5580272" y="4655867"/>
            <a:ext cx="37040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42" name="Google Shape;142;p18"/>
          <p:cNvGrpSpPr/>
          <p:nvPr/>
        </p:nvGrpSpPr>
        <p:grpSpPr>
          <a:xfrm>
            <a:off x="10989956" y="0"/>
            <a:ext cx="1202304" cy="6858000"/>
            <a:chOff x="9485233" y="0"/>
            <a:chExt cx="2784400" cy="6858000"/>
          </a:xfrm>
        </p:grpSpPr>
        <p:sp>
          <p:nvSpPr>
            <p:cNvPr id="143" name="Google Shape;143;p18"/>
            <p:cNvSpPr/>
            <p:nvPr/>
          </p:nvSpPr>
          <p:spPr>
            <a:xfrm>
              <a:off x="9485233" y="5550800"/>
              <a:ext cx="2784400" cy="130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9485233" y="3333733"/>
              <a:ext cx="2784400" cy="237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9485233" y="0"/>
              <a:ext cx="2784400" cy="342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 flipH="1">
            <a:off x="0" y="5339600"/>
            <a:ext cx="1526367" cy="1518400"/>
            <a:chOff x="10665633" y="5339600"/>
            <a:chExt cx="1526367" cy="1518400"/>
          </a:xfrm>
        </p:grpSpPr>
        <p:sp>
          <p:nvSpPr>
            <p:cNvPr id="147" name="Google Shape;147;p18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>
            <p:ph idx="1" type="subTitle"/>
          </p:nvPr>
        </p:nvSpPr>
        <p:spPr>
          <a:xfrm>
            <a:off x="950967" y="1831633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51" name="Google Shape;151;p19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2" type="subTitle"/>
          </p:nvPr>
        </p:nvSpPr>
        <p:spPr>
          <a:xfrm>
            <a:off x="950967" y="2464833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53" name="Google Shape;153;p19"/>
          <p:cNvSpPr txBox="1"/>
          <p:nvPr>
            <p:ph idx="3" type="subTitle"/>
          </p:nvPr>
        </p:nvSpPr>
        <p:spPr>
          <a:xfrm>
            <a:off x="4463411" y="1831633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54" name="Google Shape;154;p19"/>
          <p:cNvSpPr txBox="1"/>
          <p:nvPr>
            <p:ph idx="4" type="subTitle"/>
          </p:nvPr>
        </p:nvSpPr>
        <p:spPr>
          <a:xfrm>
            <a:off x="4463415" y="2464833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55" name="Google Shape;155;p19"/>
          <p:cNvSpPr txBox="1"/>
          <p:nvPr>
            <p:ph idx="5" type="subTitle"/>
          </p:nvPr>
        </p:nvSpPr>
        <p:spPr>
          <a:xfrm>
            <a:off x="7975856" y="1831633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56" name="Google Shape;156;p19"/>
          <p:cNvSpPr txBox="1"/>
          <p:nvPr>
            <p:ph idx="6" type="subTitle"/>
          </p:nvPr>
        </p:nvSpPr>
        <p:spPr>
          <a:xfrm>
            <a:off x="7975863" y="2464833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57" name="Google Shape;157;p19"/>
          <p:cNvSpPr txBox="1"/>
          <p:nvPr>
            <p:ph idx="7" type="subTitle"/>
          </p:nvPr>
        </p:nvSpPr>
        <p:spPr>
          <a:xfrm>
            <a:off x="950967" y="4022667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58" name="Google Shape;158;p19"/>
          <p:cNvSpPr txBox="1"/>
          <p:nvPr>
            <p:ph idx="8" type="subTitle"/>
          </p:nvPr>
        </p:nvSpPr>
        <p:spPr>
          <a:xfrm>
            <a:off x="950967" y="4655867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59" name="Google Shape;159;p19"/>
          <p:cNvSpPr txBox="1"/>
          <p:nvPr>
            <p:ph idx="9" type="subTitle"/>
          </p:nvPr>
        </p:nvSpPr>
        <p:spPr>
          <a:xfrm>
            <a:off x="4463411" y="4022667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60" name="Google Shape;160;p19"/>
          <p:cNvSpPr txBox="1"/>
          <p:nvPr>
            <p:ph idx="13" type="subTitle"/>
          </p:nvPr>
        </p:nvSpPr>
        <p:spPr>
          <a:xfrm>
            <a:off x="4463415" y="4655867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61" name="Google Shape;161;p19"/>
          <p:cNvSpPr txBox="1"/>
          <p:nvPr>
            <p:ph idx="14" type="subTitle"/>
          </p:nvPr>
        </p:nvSpPr>
        <p:spPr>
          <a:xfrm>
            <a:off x="7975856" y="4022667"/>
            <a:ext cx="32652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62" name="Google Shape;162;p19"/>
          <p:cNvSpPr txBox="1"/>
          <p:nvPr>
            <p:ph idx="15" type="subTitle"/>
          </p:nvPr>
        </p:nvSpPr>
        <p:spPr>
          <a:xfrm>
            <a:off x="7975863" y="4655867"/>
            <a:ext cx="3265200" cy="119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63" name="Google Shape;163;p19"/>
          <p:cNvGrpSpPr/>
          <p:nvPr/>
        </p:nvGrpSpPr>
        <p:grpSpPr>
          <a:xfrm>
            <a:off x="-158500" y="-57133"/>
            <a:ext cx="733600" cy="6965533"/>
            <a:chOff x="-158500" y="-57133"/>
            <a:chExt cx="733600" cy="6965533"/>
          </a:xfrm>
        </p:grpSpPr>
        <p:sp>
          <p:nvSpPr>
            <p:cNvPr id="164" name="Google Shape;164;p19"/>
            <p:cNvSpPr/>
            <p:nvPr/>
          </p:nvSpPr>
          <p:spPr>
            <a:xfrm>
              <a:off x="-158500" y="-57133"/>
              <a:ext cx="733600" cy="299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-158500" y="2837600"/>
              <a:ext cx="733600" cy="4070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ight columns">
  <p:cSld name="CUSTOM_17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idx="1" type="subTitle"/>
          </p:nvPr>
        </p:nvSpPr>
        <p:spPr>
          <a:xfrm>
            <a:off x="950967" y="1831633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68" name="Google Shape;168;p20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" name="Google Shape;169;p20"/>
          <p:cNvSpPr txBox="1"/>
          <p:nvPr>
            <p:ph idx="2" type="subTitle"/>
          </p:nvPr>
        </p:nvSpPr>
        <p:spPr>
          <a:xfrm>
            <a:off x="950967" y="2464833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70" name="Google Shape;170;p20"/>
          <p:cNvSpPr txBox="1"/>
          <p:nvPr>
            <p:ph idx="3" type="subTitle"/>
          </p:nvPr>
        </p:nvSpPr>
        <p:spPr>
          <a:xfrm>
            <a:off x="950967" y="4022667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1" name="Google Shape;171;p20"/>
          <p:cNvSpPr txBox="1"/>
          <p:nvPr>
            <p:ph idx="4" type="subTitle"/>
          </p:nvPr>
        </p:nvSpPr>
        <p:spPr>
          <a:xfrm>
            <a:off x="950967" y="4655867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72" name="Google Shape;172;p20"/>
          <p:cNvSpPr txBox="1"/>
          <p:nvPr>
            <p:ph idx="5" type="subTitle"/>
          </p:nvPr>
        </p:nvSpPr>
        <p:spPr>
          <a:xfrm>
            <a:off x="3581263" y="1831633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3" name="Google Shape;173;p20"/>
          <p:cNvSpPr txBox="1"/>
          <p:nvPr>
            <p:ph idx="6" type="subTitle"/>
          </p:nvPr>
        </p:nvSpPr>
        <p:spPr>
          <a:xfrm>
            <a:off x="3581263" y="2464833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74" name="Google Shape;174;p20"/>
          <p:cNvSpPr txBox="1"/>
          <p:nvPr>
            <p:ph idx="7" type="subTitle"/>
          </p:nvPr>
        </p:nvSpPr>
        <p:spPr>
          <a:xfrm>
            <a:off x="3581263" y="4022667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5" name="Google Shape;175;p20"/>
          <p:cNvSpPr txBox="1"/>
          <p:nvPr>
            <p:ph idx="8" type="subTitle"/>
          </p:nvPr>
        </p:nvSpPr>
        <p:spPr>
          <a:xfrm>
            <a:off x="3581263" y="4655867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76" name="Google Shape;176;p20"/>
          <p:cNvSpPr txBox="1"/>
          <p:nvPr>
            <p:ph idx="9" type="subTitle"/>
          </p:nvPr>
        </p:nvSpPr>
        <p:spPr>
          <a:xfrm>
            <a:off x="6211557" y="1831633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7" name="Google Shape;177;p20"/>
          <p:cNvSpPr txBox="1"/>
          <p:nvPr>
            <p:ph idx="13" type="subTitle"/>
          </p:nvPr>
        </p:nvSpPr>
        <p:spPr>
          <a:xfrm>
            <a:off x="6211557" y="2464833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78" name="Google Shape;178;p20"/>
          <p:cNvSpPr txBox="1"/>
          <p:nvPr>
            <p:ph idx="14" type="subTitle"/>
          </p:nvPr>
        </p:nvSpPr>
        <p:spPr>
          <a:xfrm>
            <a:off x="6211557" y="4022667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79" name="Google Shape;179;p20"/>
          <p:cNvSpPr txBox="1"/>
          <p:nvPr>
            <p:ph idx="15" type="subTitle"/>
          </p:nvPr>
        </p:nvSpPr>
        <p:spPr>
          <a:xfrm>
            <a:off x="6211557" y="4655867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80" name="Google Shape;180;p20"/>
          <p:cNvSpPr txBox="1"/>
          <p:nvPr>
            <p:ph idx="16" type="subTitle"/>
          </p:nvPr>
        </p:nvSpPr>
        <p:spPr>
          <a:xfrm>
            <a:off x="8841853" y="1831633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81" name="Google Shape;181;p20"/>
          <p:cNvSpPr txBox="1"/>
          <p:nvPr>
            <p:ph idx="17" type="subTitle"/>
          </p:nvPr>
        </p:nvSpPr>
        <p:spPr>
          <a:xfrm>
            <a:off x="8841853" y="2464833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82" name="Google Shape;182;p20"/>
          <p:cNvSpPr txBox="1"/>
          <p:nvPr>
            <p:ph idx="18" type="subTitle"/>
          </p:nvPr>
        </p:nvSpPr>
        <p:spPr>
          <a:xfrm>
            <a:off x="8841853" y="4022667"/>
            <a:ext cx="2148000" cy="63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nek Bangla Medium"/>
              <a:buNone/>
              <a:defRPr sz="2933">
                <a:solidFill>
                  <a:srgbClr val="272727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83" name="Google Shape;183;p20"/>
          <p:cNvSpPr txBox="1"/>
          <p:nvPr>
            <p:ph idx="19" type="subTitle"/>
          </p:nvPr>
        </p:nvSpPr>
        <p:spPr>
          <a:xfrm>
            <a:off x="8841853" y="4655867"/>
            <a:ext cx="2148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184" name="Google Shape;184;p20"/>
          <p:cNvGrpSpPr/>
          <p:nvPr/>
        </p:nvGrpSpPr>
        <p:grpSpPr>
          <a:xfrm flipH="1"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185" name="Google Shape;185;p20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11422400" y="-6960"/>
            <a:ext cx="1530367" cy="1518400"/>
            <a:chOff x="11422400" y="20800"/>
            <a:chExt cx="1530367" cy="1518400"/>
          </a:xfrm>
        </p:grpSpPr>
        <p:sp>
          <p:nvSpPr>
            <p:cNvPr id="188" name="Google Shape;188;p20"/>
            <p:cNvSpPr/>
            <p:nvPr/>
          </p:nvSpPr>
          <p:spPr>
            <a:xfrm rot="10800000">
              <a:off x="11434367" y="20800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1422400" y="769600"/>
              <a:ext cx="769600" cy="76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6975167" y="854833"/>
            <a:ext cx="4266000" cy="211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6975167" y="4553467"/>
            <a:ext cx="4266000" cy="97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193" name="Google Shape;193;p21"/>
          <p:cNvSpPr/>
          <p:nvPr>
            <p:ph idx="2" type="pic"/>
          </p:nvPr>
        </p:nvSpPr>
        <p:spPr>
          <a:xfrm>
            <a:off x="0" y="0"/>
            <a:ext cx="5178800" cy="6856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94" name="Google Shape;194;p21"/>
          <p:cNvGrpSpPr/>
          <p:nvPr/>
        </p:nvGrpSpPr>
        <p:grpSpPr>
          <a:xfrm>
            <a:off x="10652800" y="6088400"/>
            <a:ext cx="1539200" cy="769600"/>
            <a:chOff x="10652800" y="6088400"/>
            <a:chExt cx="1539200" cy="769600"/>
          </a:xfrm>
        </p:grpSpPr>
        <p:sp>
          <p:nvSpPr>
            <p:cNvPr id="195" name="Google Shape;195;p21"/>
            <p:cNvSpPr/>
            <p:nvPr/>
          </p:nvSpPr>
          <p:spPr>
            <a:xfrm>
              <a:off x="10652800" y="60884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11422400" y="6088400"/>
              <a:ext cx="769600" cy="76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8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1286596" y="1859017"/>
            <a:ext cx="3144800" cy="1478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9" name="Google Shape;199;p22"/>
          <p:cNvSpPr txBox="1"/>
          <p:nvPr>
            <p:ph idx="1" type="subTitle"/>
          </p:nvPr>
        </p:nvSpPr>
        <p:spPr>
          <a:xfrm>
            <a:off x="1286596" y="3337784"/>
            <a:ext cx="31448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200" name="Google Shape;200;p22"/>
          <p:cNvGrpSpPr/>
          <p:nvPr/>
        </p:nvGrpSpPr>
        <p:grpSpPr>
          <a:xfrm flipH="1"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201" name="Google Shape;201;p22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03" name="Google Shape;203;p22"/>
          <p:cNvGrpSpPr/>
          <p:nvPr/>
        </p:nvGrpSpPr>
        <p:grpSpPr>
          <a:xfrm>
            <a:off x="0" y="0"/>
            <a:ext cx="769600" cy="1539200"/>
            <a:chOff x="0" y="0"/>
            <a:chExt cx="769600" cy="1539200"/>
          </a:xfrm>
        </p:grpSpPr>
        <p:sp>
          <p:nvSpPr>
            <p:cNvPr id="204" name="Google Shape;204;p22"/>
            <p:cNvSpPr/>
            <p:nvPr/>
          </p:nvSpPr>
          <p:spPr>
            <a:xfrm>
              <a:off x="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0" y="0"/>
              <a:ext cx="769600" cy="76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7015244" y="1871496"/>
            <a:ext cx="3144800" cy="1478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8" name="Google Shape;208;p23"/>
          <p:cNvSpPr txBox="1"/>
          <p:nvPr>
            <p:ph idx="1" type="subTitle"/>
          </p:nvPr>
        </p:nvSpPr>
        <p:spPr>
          <a:xfrm>
            <a:off x="7015244" y="3350263"/>
            <a:ext cx="31448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209" name="Google Shape;209;p23"/>
          <p:cNvGrpSpPr/>
          <p:nvPr/>
        </p:nvGrpSpPr>
        <p:grpSpPr>
          <a:xfrm>
            <a:off x="10989956" y="0"/>
            <a:ext cx="1202304" cy="6858000"/>
            <a:chOff x="9485233" y="0"/>
            <a:chExt cx="2784400" cy="6858000"/>
          </a:xfrm>
        </p:grpSpPr>
        <p:sp>
          <p:nvSpPr>
            <p:cNvPr id="210" name="Google Shape;210;p23"/>
            <p:cNvSpPr/>
            <p:nvPr/>
          </p:nvSpPr>
          <p:spPr>
            <a:xfrm>
              <a:off x="9485233" y="5550800"/>
              <a:ext cx="2784400" cy="130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9485233" y="3333733"/>
              <a:ext cx="2784400" cy="237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9485233" y="0"/>
              <a:ext cx="2784400" cy="342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2052648" y="1876103"/>
            <a:ext cx="3144800" cy="1478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5" name="Google Shape;215;p24"/>
          <p:cNvSpPr txBox="1"/>
          <p:nvPr>
            <p:ph idx="1" type="subTitle"/>
          </p:nvPr>
        </p:nvSpPr>
        <p:spPr>
          <a:xfrm>
            <a:off x="2052648" y="3354869"/>
            <a:ext cx="3144800" cy="121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216" name="Google Shape;216;p24"/>
          <p:cNvGrpSpPr/>
          <p:nvPr/>
        </p:nvGrpSpPr>
        <p:grpSpPr>
          <a:xfrm flipH="1">
            <a:off x="0" y="5339600"/>
            <a:ext cx="1526367" cy="1518400"/>
            <a:chOff x="10665633" y="5339600"/>
            <a:chExt cx="1526367" cy="1518400"/>
          </a:xfrm>
        </p:grpSpPr>
        <p:sp>
          <p:nvSpPr>
            <p:cNvPr id="217" name="Google Shape;217;p24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-55000" y="0"/>
            <a:ext cx="12293967" cy="543600"/>
            <a:chOff x="-55000" y="6359000"/>
            <a:chExt cx="12293967" cy="543600"/>
          </a:xfrm>
        </p:grpSpPr>
        <p:sp>
          <p:nvSpPr>
            <p:cNvPr id="220" name="Google Shape;220;p24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8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>
            <p:ph type="title"/>
          </p:nvPr>
        </p:nvSpPr>
        <p:spPr>
          <a:xfrm>
            <a:off x="4359667" y="1943584"/>
            <a:ext cx="4804000" cy="84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4" name="Google Shape;224;p25"/>
          <p:cNvSpPr txBox="1"/>
          <p:nvPr>
            <p:ph idx="1" type="subTitle"/>
          </p:nvPr>
        </p:nvSpPr>
        <p:spPr>
          <a:xfrm>
            <a:off x="4359667" y="2911184"/>
            <a:ext cx="4804000" cy="200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grpSp>
        <p:nvGrpSpPr>
          <p:cNvPr id="225" name="Google Shape;225;p25"/>
          <p:cNvGrpSpPr/>
          <p:nvPr/>
        </p:nvGrpSpPr>
        <p:grpSpPr>
          <a:xfrm>
            <a:off x="10665633" y="5339600"/>
            <a:ext cx="1526367" cy="1518400"/>
            <a:chOff x="10665633" y="5339600"/>
            <a:chExt cx="1526367" cy="1518400"/>
          </a:xfrm>
        </p:grpSpPr>
        <p:sp>
          <p:nvSpPr>
            <p:cNvPr id="226" name="Google Shape;226;p25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20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950967" y="1536633"/>
            <a:ext cx="10290000" cy="46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31" name="Google Shape;231;p26"/>
          <p:cNvGrpSpPr/>
          <p:nvPr/>
        </p:nvGrpSpPr>
        <p:grpSpPr>
          <a:xfrm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232" name="Google Shape;232;p26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34" name="Google Shape;234;p26"/>
          <p:cNvGrpSpPr/>
          <p:nvPr/>
        </p:nvGrpSpPr>
        <p:grpSpPr>
          <a:xfrm>
            <a:off x="11422400" y="-6960"/>
            <a:ext cx="1530367" cy="1518400"/>
            <a:chOff x="11422400" y="20800"/>
            <a:chExt cx="1530367" cy="1518400"/>
          </a:xfrm>
        </p:grpSpPr>
        <p:sp>
          <p:nvSpPr>
            <p:cNvPr id="235" name="Google Shape;235;p26"/>
            <p:cNvSpPr/>
            <p:nvPr/>
          </p:nvSpPr>
          <p:spPr>
            <a:xfrm rot="10800000">
              <a:off x="11434367" y="20800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11422400" y="769600"/>
              <a:ext cx="769600" cy="76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39" name="Google Shape;239;p27"/>
          <p:cNvGrpSpPr/>
          <p:nvPr/>
        </p:nvGrpSpPr>
        <p:grpSpPr>
          <a:xfrm>
            <a:off x="11458400" y="-57133"/>
            <a:ext cx="733600" cy="6965467"/>
            <a:chOff x="-158500" y="-57133"/>
            <a:chExt cx="733600" cy="6965467"/>
          </a:xfrm>
        </p:grpSpPr>
        <p:sp>
          <p:nvSpPr>
            <p:cNvPr id="240" name="Google Shape;240;p27"/>
            <p:cNvSpPr/>
            <p:nvPr/>
          </p:nvSpPr>
          <p:spPr>
            <a:xfrm>
              <a:off x="-158500" y="-57133"/>
              <a:ext cx="733600" cy="525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-158500" y="5143533"/>
              <a:ext cx="733600" cy="1764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44" name="Google Shape;244;p28"/>
          <p:cNvGrpSpPr/>
          <p:nvPr/>
        </p:nvGrpSpPr>
        <p:grpSpPr>
          <a:xfrm>
            <a:off x="-158500" y="-57133"/>
            <a:ext cx="733600" cy="6965633"/>
            <a:chOff x="-158500" y="-57133"/>
            <a:chExt cx="733600" cy="6965633"/>
          </a:xfrm>
        </p:grpSpPr>
        <p:sp>
          <p:nvSpPr>
            <p:cNvPr id="245" name="Google Shape;245;p28"/>
            <p:cNvSpPr/>
            <p:nvPr/>
          </p:nvSpPr>
          <p:spPr>
            <a:xfrm>
              <a:off x="-158500" y="-57133"/>
              <a:ext cx="733600" cy="527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-158500" y="5127300"/>
              <a:ext cx="733600" cy="1781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3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49" name="Google Shape;249;p29"/>
          <p:cNvGrpSpPr/>
          <p:nvPr/>
        </p:nvGrpSpPr>
        <p:grpSpPr>
          <a:xfrm>
            <a:off x="-55000" y="6359000"/>
            <a:ext cx="12293967" cy="543600"/>
            <a:chOff x="-55000" y="6359000"/>
            <a:chExt cx="12293967" cy="543600"/>
          </a:xfrm>
        </p:grpSpPr>
        <p:sp>
          <p:nvSpPr>
            <p:cNvPr id="250" name="Google Shape;250;p29"/>
            <p:cNvSpPr/>
            <p:nvPr/>
          </p:nvSpPr>
          <p:spPr>
            <a:xfrm>
              <a:off x="-55000" y="6359000"/>
              <a:ext cx="11296000" cy="54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1240967" y="6359000"/>
              <a:ext cx="998000" cy="543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52" name="Google Shape;252;p29"/>
          <p:cNvGrpSpPr/>
          <p:nvPr/>
        </p:nvGrpSpPr>
        <p:grpSpPr>
          <a:xfrm>
            <a:off x="0" y="0"/>
            <a:ext cx="769600" cy="1539200"/>
            <a:chOff x="0" y="0"/>
            <a:chExt cx="769600" cy="1539200"/>
          </a:xfrm>
        </p:grpSpPr>
        <p:sp>
          <p:nvSpPr>
            <p:cNvPr id="253" name="Google Shape;253;p29"/>
            <p:cNvSpPr/>
            <p:nvPr/>
          </p:nvSpPr>
          <p:spPr>
            <a:xfrm>
              <a:off x="0" y="769600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0" y="0"/>
              <a:ext cx="769600" cy="76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57" name="Google Shape;257;p30"/>
          <p:cNvGrpSpPr/>
          <p:nvPr/>
        </p:nvGrpSpPr>
        <p:grpSpPr>
          <a:xfrm flipH="1" rot="5400000">
            <a:off x="10278467" y="4944467"/>
            <a:ext cx="1530367" cy="2296667"/>
            <a:chOff x="11422400" y="0"/>
            <a:chExt cx="1530367" cy="2296667"/>
          </a:xfrm>
        </p:grpSpPr>
        <p:grpSp>
          <p:nvGrpSpPr>
            <p:cNvPr id="258" name="Google Shape;258;p30"/>
            <p:cNvGrpSpPr/>
            <p:nvPr/>
          </p:nvGrpSpPr>
          <p:grpSpPr>
            <a:xfrm>
              <a:off x="11422400" y="0"/>
              <a:ext cx="769600" cy="1539200"/>
              <a:chOff x="0" y="0"/>
              <a:chExt cx="769600" cy="1539200"/>
            </a:xfrm>
          </p:grpSpPr>
          <p:sp>
            <p:nvSpPr>
              <p:cNvPr id="259" name="Google Shape;259;p30"/>
              <p:cNvSpPr/>
              <p:nvPr/>
            </p:nvSpPr>
            <p:spPr>
              <a:xfrm>
                <a:off x="0" y="769600"/>
                <a:ext cx="769600" cy="769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260" name="Google Shape;260;p30"/>
              <p:cNvSpPr/>
              <p:nvPr/>
            </p:nvSpPr>
            <p:spPr>
              <a:xfrm>
                <a:off x="0" y="0"/>
                <a:ext cx="769600" cy="769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sp>
          <p:nvSpPr>
            <p:cNvPr id="261" name="Google Shape;261;p30"/>
            <p:cNvSpPr/>
            <p:nvPr/>
          </p:nvSpPr>
          <p:spPr>
            <a:xfrm flipH="1">
              <a:off x="11434367" y="778267"/>
              <a:ext cx="1518400" cy="1518400"/>
            </a:xfrm>
            <a:prstGeom prst="pie">
              <a:avLst>
                <a:gd fmla="val 0" name="adj1"/>
                <a:gd fmla="val 5391542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>
            <p:ph hasCustomPrompt="1" type="title"/>
          </p:nvPr>
        </p:nvSpPr>
        <p:spPr>
          <a:xfrm>
            <a:off x="1913100" y="771531"/>
            <a:ext cx="5560000" cy="103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64" name="Google Shape;264;p31"/>
          <p:cNvSpPr txBox="1"/>
          <p:nvPr>
            <p:ph idx="1" type="subTitle"/>
          </p:nvPr>
        </p:nvSpPr>
        <p:spPr>
          <a:xfrm>
            <a:off x="1913100" y="1652364"/>
            <a:ext cx="5560000" cy="55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1"/>
          <p:cNvSpPr txBox="1"/>
          <p:nvPr>
            <p:ph hasCustomPrompt="1" idx="2" type="title"/>
          </p:nvPr>
        </p:nvSpPr>
        <p:spPr>
          <a:xfrm>
            <a:off x="1913100" y="2690547"/>
            <a:ext cx="5560000" cy="103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66" name="Google Shape;266;p31"/>
          <p:cNvSpPr txBox="1"/>
          <p:nvPr>
            <p:ph idx="3" type="subTitle"/>
          </p:nvPr>
        </p:nvSpPr>
        <p:spPr>
          <a:xfrm>
            <a:off x="1913100" y="3571380"/>
            <a:ext cx="5560000" cy="55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1"/>
          <p:cNvSpPr txBox="1"/>
          <p:nvPr>
            <p:ph hasCustomPrompt="1" idx="4" type="title"/>
          </p:nvPr>
        </p:nvSpPr>
        <p:spPr>
          <a:xfrm>
            <a:off x="1913100" y="4609580"/>
            <a:ext cx="5560000" cy="1033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68" name="Google Shape;268;p31"/>
          <p:cNvSpPr txBox="1"/>
          <p:nvPr>
            <p:ph idx="5" type="subTitle"/>
          </p:nvPr>
        </p:nvSpPr>
        <p:spPr>
          <a:xfrm>
            <a:off x="1913100" y="5490413"/>
            <a:ext cx="5560000" cy="55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9" name="Google Shape;269;p31"/>
          <p:cNvGrpSpPr/>
          <p:nvPr/>
        </p:nvGrpSpPr>
        <p:grpSpPr>
          <a:xfrm flipH="1" rot="5400000">
            <a:off x="0" y="3984"/>
            <a:ext cx="1526367" cy="1518400"/>
            <a:chOff x="10665633" y="5339600"/>
            <a:chExt cx="1526367" cy="1518400"/>
          </a:xfrm>
        </p:grpSpPr>
        <p:sp>
          <p:nvSpPr>
            <p:cNvPr id="270" name="Google Shape;270;p31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272" name="Google Shape;272;p31"/>
          <p:cNvGrpSpPr/>
          <p:nvPr/>
        </p:nvGrpSpPr>
        <p:grpSpPr>
          <a:xfrm>
            <a:off x="11458400" y="-57133"/>
            <a:ext cx="733600" cy="6965467"/>
            <a:chOff x="-158500" y="-57133"/>
            <a:chExt cx="733600" cy="6965467"/>
          </a:xfrm>
        </p:grpSpPr>
        <p:sp>
          <p:nvSpPr>
            <p:cNvPr id="273" name="Google Shape;273;p31"/>
            <p:cNvSpPr/>
            <p:nvPr/>
          </p:nvSpPr>
          <p:spPr>
            <a:xfrm>
              <a:off x="-158500" y="-57133"/>
              <a:ext cx="733600" cy="5256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-158500" y="5143533"/>
              <a:ext cx="733600" cy="176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type="title"/>
          </p:nvPr>
        </p:nvSpPr>
        <p:spPr>
          <a:xfrm>
            <a:off x="4469033" y="5114367"/>
            <a:ext cx="6772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rgbClr val="27272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7" name="Google Shape;277;p32"/>
          <p:cNvSpPr txBox="1"/>
          <p:nvPr>
            <p:ph idx="1" type="subTitle"/>
          </p:nvPr>
        </p:nvSpPr>
        <p:spPr>
          <a:xfrm>
            <a:off x="4468700" y="1606633"/>
            <a:ext cx="6772000" cy="271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/>
        </p:txBody>
      </p:sp>
      <p:grpSp>
        <p:nvGrpSpPr>
          <p:cNvPr id="278" name="Google Shape;278;p32"/>
          <p:cNvGrpSpPr/>
          <p:nvPr/>
        </p:nvGrpSpPr>
        <p:grpSpPr>
          <a:xfrm flipH="1" rot="10800000">
            <a:off x="10665633" y="0"/>
            <a:ext cx="1526367" cy="1518400"/>
            <a:chOff x="10665633" y="5339600"/>
            <a:chExt cx="1526367" cy="1518400"/>
          </a:xfrm>
        </p:grpSpPr>
        <p:sp>
          <p:nvSpPr>
            <p:cNvPr id="279" name="Google Shape;279;p32"/>
            <p:cNvSpPr/>
            <p:nvPr/>
          </p:nvSpPr>
          <p:spPr>
            <a:xfrm>
              <a:off x="10665633" y="6088367"/>
              <a:ext cx="769600" cy="769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10673600" y="5339600"/>
              <a:ext cx="1518400" cy="1518400"/>
            </a:xfrm>
            <a:prstGeom prst="pie">
              <a:avLst>
                <a:gd fmla="val 0" name="adj1"/>
                <a:gd fmla="val 5393753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9">
    <p:bg>
      <p:bgPr>
        <a:solidFill>
          <a:schemeClr val="accent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950967" y="716033"/>
            <a:ext cx="4386800" cy="1412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33"/>
          <p:cNvSpPr txBox="1"/>
          <p:nvPr>
            <p:ph idx="1" type="subTitle"/>
          </p:nvPr>
        </p:nvSpPr>
        <p:spPr>
          <a:xfrm>
            <a:off x="950967" y="2419300"/>
            <a:ext cx="4386800" cy="125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33"/>
          <p:cNvSpPr txBox="1"/>
          <p:nvPr/>
        </p:nvSpPr>
        <p:spPr>
          <a:xfrm>
            <a:off x="950967" y="5400367"/>
            <a:ext cx="62436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467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467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467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467" u="sng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467" u="sng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85" name="Google Shape;285;p33"/>
          <p:cNvGrpSpPr/>
          <p:nvPr/>
        </p:nvGrpSpPr>
        <p:grpSpPr>
          <a:xfrm>
            <a:off x="10989967" y="0"/>
            <a:ext cx="1202400" cy="6927467"/>
            <a:chOff x="10989967" y="0"/>
            <a:chExt cx="1202400" cy="6927467"/>
          </a:xfrm>
        </p:grpSpPr>
        <p:sp>
          <p:nvSpPr>
            <p:cNvPr id="286" name="Google Shape;286;p33"/>
            <p:cNvSpPr/>
            <p:nvPr/>
          </p:nvSpPr>
          <p:spPr>
            <a:xfrm>
              <a:off x="10989967" y="1501467"/>
              <a:ext cx="1202400" cy="5426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10989967" y="0"/>
              <a:ext cx="1202400" cy="1546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4"/>
          <p:cNvGrpSpPr/>
          <p:nvPr/>
        </p:nvGrpSpPr>
        <p:grpSpPr>
          <a:xfrm>
            <a:off x="0" y="-55449"/>
            <a:ext cx="12191999" cy="6968900"/>
            <a:chOff x="0" y="-55449"/>
            <a:chExt cx="12191999" cy="6968900"/>
          </a:xfrm>
        </p:grpSpPr>
        <p:grpSp>
          <p:nvGrpSpPr>
            <p:cNvPr id="290" name="Google Shape;290;p34"/>
            <p:cNvGrpSpPr/>
            <p:nvPr/>
          </p:nvGrpSpPr>
          <p:grpSpPr>
            <a:xfrm>
              <a:off x="11241033" y="-55449"/>
              <a:ext cx="950965" cy="6965533"/>
              <a:chOff x="11458400" y="-57133"/>
              <a:chExt cx="733600" cy="6965533"/>
            </a:xfrm>
          </p:grpSpPr>
          <p:sp>
            <p:nvSpPr>
              <p:cNvPr id="291" name="Google Shape;291;p34"/>
              <p:cNvSpPr/>
              <p:nvPr/>
            </p:nvSpPr>
            <p:spPr>
              <a:xfrm>
                <a:off x="11458400" y="-57133"/>
                <a:ext cx="733600" cy="2998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292" name="Google Shape;292;p34"/>
              <p:cNvSpPr/>
              <p:nvPr/>
            </p:nvSpPr>
            <p:spPr>
              <a:xfrm>
                <a:off x="11458400" y="2837600"/>
                <a:ext cx="733600" cy="4070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293" name="Google Shape;293;p34"/>
            <p:cNvGrpSpPr/>
            <p:nvPr/>
          </p:nvGrpSpPr>
          <p:grpSpPr>
            <a:xfrm>
              <a:off x="0" y="-52083"/>
              <a:ext cx="950965" cy="6965533"/>
              <a:chOff x="11458400" y="-57133"/>
              <a:chExt cx="733600" cy="6965533"/>
            </a:xfrm>
          </p:grpSpPr>
          <p:sp>
            <p:nvSpPr>
              <p:cNvPr id="294" name="Google Shape;294;p34"/>
              <p:cNvSpPr/>
              <p:nvPr/>
            </p:nvSpPr>
            <p:spPr>
              <a:xfrm>
                <a:off x="11458400" y="-57133"/>
                <a:ext cx="733600" cy="2998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295" name="Google Shape;295;p34"/>
              <p:cNvSpPr/>
              <p:nvPr/>
            </p:nvSpPr>
            <p:spPr>
              <a:xfrm>
                <a:off x="11458400" y="2837600"/>
                <a:ext cx="733600" cy="4070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35"/>
          <p:cNvGrpSpPr/>
          <p:nvPr/>
        </p:nvGrpSpPr>
        <p:grpSpPr>
          <a:xfrm>
            <a:off x="-55000" y="-22300"/>
            <a:ext cx="12293967" cy="6902600"/>
            <a:chOff x="-55000" y="0"/>
            <a:chExt cx="12293967" cy="6902600"/>
          </a:xfrm>
        </p:grpSpPr>
        <p:grpSp>
          <p:nvGrpSpPr>
            <p:cNvPr id="298" name="Google Shape;298;p35"/>
            <p:cNvGrpSpPr/>
            <p:nvPr/>
          </p:nvGrpSpPr>
          <p:grpSpPr>
            <a:xfrm>
              <a:off x="-55000" y="6359000"/>
              <a:ext cx="12293967" cy="543600"/>
              <a:chOff x="-55000" y="6359000"/>
              <a:chExt cx="12293967" cy="543600"/>
            </a:xfrm>
          </p:grpSpPr>
          <p:sp>
            <p:nvSpPr>
              <p:cNvPr id="299" name="Google Shape;299;p35"/>
              <p:cNvSpPr/>
              <p:nvPr/>
            </p:nvSpPr>
            <p:spPr>
              <a:xfrm>
                <a:off x="-55000" y="6359000"/>
                <a:ext cx="11296000" cy="543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300" name="Google Shape;300;p35"/>
              <p:cNvSpPr/>
              <p:nvPr/>
            </p:nvSpPr>
            <p:spPr>
              <a:xfrm>
                <a:off x="11240967" y="6359000"/>
                <a:ext cx="998000" cy="543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  <p:grpSp>
          <p:nvGrpSpPr>
            <p:cNvPr id="301" name="Google Shape;301;p35"/>
            <p:cNvGrpSpPr/>
            <p:nvPr/>
          </p:nvGrpSpPr>
          <p:grpSpPr>
            <a:xfrm flipH="1">
              <a:off x="-55000" y="0"/>
              <a:ext cx="12293967" cy="543600"/>
              <a:chOff x="-55000" y="6359000"/>
              <a:chExt cx="12293967" cy="543600"/>
            </a:xfrm>
          </p:grpSpPr>
          <p:sp>
            <p:nvSpPr>
              <p:cNvPr id="302" name="Google Shape;302;p35"/>
              <p:cNvSpPr/>
              <p:nvPr/>
            </p:nvSpPr>
            <p:spPr>
              <a:xfrm>
                <a:off x="-55000" y="6359000"/>
                <a:ext cx="11296000" cy="543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  <p:sp>
            <p:nvSpPr>
              <p:cNvPr id="303" name="Google Shape;303;p35"/>
              <p:cNvSpPr/>
              <p:nvPr/>
            </p:nvSpPr>
            <p:spPr>
              <a:xfrm>
                <a:off x="11240967" y="6359000"/>
                <a:ext cx="998000" cy="543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Albert Sans"/>
                  <a:ea typeface="Albert Sans"/>
                  <a:cs typeface="Albert Sans"/>
                  <a:sym typeface="Albert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title"/>
          </p:nvPr>
        </p:nvSpPr>
        <p:spPr>
          <a:xfrm>
            <a:off x="964600" y="681367"/>
            <a:ext cx="10262800" cy="6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nek Bangla Medium"/>
              <a:buNone/>
              <a:defRPr sz="4267">
                <a:solidFill>
                  <a:schemeClr val="dk1"/>
                </a:solidFill>
                <a:latin typeface="Anek Bangla Medium"/>
                <a:ea typeface="Anek Bangla Medium"/>
                <a:cs typeface="Anek Bangla Medium"/>
                <a:sym typeface="Anek Bangla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50967" y="1536633"/>
            <a:ext cx="10290000" cy="4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  <a:defRPr sz="2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32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467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 txBox="1"/>
          <p:nvPr>
            <p:ph type="ctrTitle"/>
          </p:nvPr>
        </p:nvSpPr>
        <p:spPr>
          <a:xfrm>
            <a:off x="1268767" y="716033"/>
            <a:ext cx="6356000" cy="3864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r>
              <a:rPr lang="en-US" sz="4400" dirty="0"/>
              <a:t>From Partners to Competitors: The Changing Nature of South Korea-China Trade</a:t>
            </a:r>
          </a:p>
        </p:txBody>
      </p:sp>
      <p:sp>
        <p:nvSpPr>
          <p:cNvPr id="315" name="Google Shape;315;p39"/>
          <p:cNvSpPr txBox="1"/>
          <p:nvPr>
            <p:ph idx="1" type="subTitle"/>
          </p:nvPr>
        </p:nvSpPr>
        <p:spPr>
          <a:xfrm>
            <a:off x="1271016" y="5257800"/>
            <a:ext cx="5943600" cy="548640"/>
          </a:xfrm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r>
              <a:rPr lang="en-US" sz="2000" dirty="0"/>
              <a:t>Presenter Name | Course | Date</a:t>
            </a:r>
          </a:p>
        </p:txBody>
      </p:sp>
      <p:cxnSp>
        <p:nvCxnSpPr>
          <p:cNvPr id="316" name="Google Shape;316;p39"/>
          <p:cNvCxnSpPr/>
          <p:nvPr/>
        </p:nvCxnSpPr>
        <p:spPr>
          <a:xfrm>
            <a:off x="-52167" y="5045367"/>
            <a:ext cx="7298000" cy="0"/>
          </a:xfrm>
          <a:prstGeom prst="straightConnector1">
            <a:avLst/>
          </a:prstGeom>
          <a:noFill/>
          <a:ln cap="flat" cmpd="sng" w="12700">
            <a:solidFill>
              <a:srgbClr val="27272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17" name="Google Shape;317;p39"/>
          <p:cNvGrpSpPr/>
          <p:nvPr/>
        </p:nvGrpSpPr>
        <p:grpSpPr>
          <a:xfrm>
            <a:off x="9485233" y="0"/>
            <a:ext cx="2784400" cy="6858000"/>
            <a:chOff x="9485233" y="0"/>
            <a:chExt cx="2784400" cy="6858000"/>
          </a:xfrm>
        </p:grpSpPr>
        <p:sp>
          <p:nvSpPr>
            <p:cNvPr id="318" name="Google Shape;318;p39"/>
            <p:cNvSpPr/>
            <p:nvPr/>
          </p:nvSpPr>
          <p:spPr>
            <a:xfrm>
              <a:off x="9485233" y="5550800"/>
              <a:ext cx="2784400" cy="130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19" name="Google Shape;319;p39"/>
            <p:cNvSpPr/>
            <p:nvPr/>
          </p:nvSpPr>
          <p:spPr>
            <a:xfrm>
              <a:off x="9485233" y="3333733"/>
              <a:ext cx="2784400" cy="237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320" name="Google Shape;320;p39"/>
            <p:cNvSpPr/>
            <p:nvPr/>
          </p:nvSpPr>
          <p:spPr>
            <a:xfrm>
              <a:off x="9485233" y="0"/>
              <a:ext cx="2784400" cy="342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Title band"/>
          <p:cNvSpPr/>
          <p:nvPr/>
        </p:nvSpPr>
        <p:spPr>
          <a:xfrm>
            <a:off x="0" y="274320"/>
            <a:ext cx="11338560" cy="96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395" name="Google Shape;395;p46"/>
          <p:cNvSpPr txBox="1"/>
          <p:nvPr>
            <p:ph type="title"/>
          </p:nvPr>
        </p:nvSpPr>
        <p:spPr>
          <a:xfrm>
            <a:off x="950976" y="274320"/>
            <a:ext cx="10149840" cy="960120"/>
          </a:xfrm>
        </p:spPr>
        <p:txBody>
          <a:bodyPr anchorCtr="0" bIns="121900" lIns="121900" spcFirstLastPara="1" rIns="121900" wrap="square" tIns="121900" anchor="ctr">
            <a:noAutofit/>
          </a:bodyPr>
          <a:lstStyle/>
          <a:p>
            <a:r>
              <a:rPr lang="en-US" sz="3600" dirty="0">
                <a:solidFill>
                  <a:schemeClr val="lt1"/>
                </a:solidFill>
              </a:rPr>
              <a:t>Background: How the Relationship Developed</a:t>
            </a:r>
          </a:p>
        </p:txBody>
      </p:sp>
      <p:sp>
        <p:nvSpPr>
          <p:cNvPr id="2001" name="Stat 1 label"/>
          <p:cNvSpPr txBox="1"/>
          <p:nvPr/>
        </p:nvSpPr>
        <p:spPr>
          <a:xfrm>
            <a:off x="950976" y="1600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1992</a:t>
            </a:r>
          </a:p>
        </p:txBody>
      </p:sp>
      <p:sp>
        <p:nvSpPr>
          <p:cNvPr id="2002" name="Stat 1 value"/>
          <p:cNvSpPr txBox="1"/>
          <p:nvPr/>
        </p:nvSpPr>
        <p:spPr>
          <a:xfrm>
            <a:off x="950976" y="193852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$6.4B</a:t>
            </a:r>
          </a:p>
        </p:txBody>
      </p:sp>
      <p:sp>
        <p:nvSpPr>
          <p:cNvPr id="2003" name="Stat 1 caption"/>
          <p:cNvSpPr txBox="1"/>
          <p:nvPr/>
        </p:nvSpPr>
        <p:spPr>
          <a:xfrm>
            <a:off x="950976" y="27432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Diplomatic ties established</a:t>
            </a:r>
          </a:p>
        </p:txBody>
      </p:sp>
      <p:sp>
        <p:nvSpPr>
          <p:cNvPr id="2004" name="Stat 2 label"/>
          <p:cNvSpPr txBox="1"/>
          <p:nvPr/>
        </p:nvSpPr>
        <p:spPr>
          <a:xfrm>
            <a:off x="4498848" y="1600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2025</a:t>
            </a:r>
          </a:p>
        </p:txBody>
      </p:sp>
      <p:sp>
        <p:nvSpPr>
          <p:cNvPr id="2005" name="Stat 2 value"/>
          <p:cNvSpPr txBox="1"/>
          <p:nvPr/>
        </p:nvSpPr>
        <p:spPr>
          <a:xfrm>
            <a:off x="4498848" y="193852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chemeClr val="accent2"/>
                </a:solidFill>
                <a:latin typeface="+mj-lt"/>
                <a:ea typeface="+mj-lt"/>
                <a:cs typeface="+mj-lt"/>
              </a:rPr>
              <a:t>$273B</a:t>
            </a:r>
          </a:p>
        </p:txBody>
      </p:sp>
      <p:sp>
        <p:nvSpPr>
          <p:cNvPr id="2006" name="Stat 2 caption"/>
          <p:cNvSpPr txBox="1"/>
          <p:nvPr/>
        </p:nvSpPr>
        <p:spPr>
          <a:xfrm>
            <a:off x="4498848" y="27432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More than 40x the 1992 level</a:t>
            </a:r>
          </a:p>
        </p:txBody>
      </p:sp>
      <p:sp>
        <p:nvSpPr>
          <p:cNvPr id="2007" name="Stat 3 label"/>
          <p:cNvSpPr txBox="1"/>
          <p:nvPr/>
        </p:nvSpPr>
        <p:spPr>
          <a:xfrm>
            <a:off x="8046720" y="16002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Trading partner</a:t>
            </a:r>
          </a:p>
        </p:txBody>
      </p:sp>
      <p:sp>
        <p:nvSpPr>
          <p:cNvPr id="2008" name="Stat 3 value"/>
          <p:cNvSpPr txBox="1"/>
          <p:nvPr/>
        </p:nvSpPr>
        <p:spPr>
          <a:xfrm>
            <a:off x="8046720" y="1938528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dirty="0">
                <a:solidFill>
                  <a:schemeClr val="dk2"/>
                </a:solidFill>
                <a:latin typeface="+mj-lt"/>
                <a:ea typeface="+mj-lt"/>
                <a:cs typeface="+mj-lt"/>
              </a:rPr>
              <a:t>#1</a:t>
            </a:r>
          </a:p>
        </p:txBody>
      </p:sp>
      <p:sp>
        <p:nvSpPr>
          <p:cNvPr id="2009" name="Stat 3 caption"/>
          <p:cNvSpPr txBox="1"/>
          <p:nvPr/>
        </p:nvSpPr>
        <p:spPr>
          <a:xfrm>
            <a:off x="8046720" y="274320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China's rank for Korea, 22 consecutive years</a:t>
            </a:r>
          </a:p>
        </p:txBody>
      </p:sp>
      <p:cxnSp>
        <p:nvCxnSpPr>
          <p:cNvPr id="2010" name="Divider"/>
          <p:cNvCxnSpPr/>
          <p:nvPr/>
        </p:nvCxnSpPr>
        <p:spPr>
          <a:xfrm>
            <a:off x="950976" y="3611880"/>
            <a:ext cx="10296144" cy="0"/>
          </a:xfrm>
          <a:prstGeom prst="straightConnector1">
            <a:avLst/>
          </a:prstGeom>
          <a:ln w="9525">
            <a:solidFill>
              <a:schemeClr val="accent4"/>
            </a:solidFill>
          </a:ln>
        </p:spPr>
      </p:cxnSp>
      <p:sp>
        <p:nvSpPr>
          <p:cNvPr id="2011" name="Flow heading"/>
          <p:cNvSpPr txBox="1"/>
          <p:nvPr/>
        </p:nvSpPr>
        <p:spPr>
          <a:xfrm>
            <a:off x="950976" y="376732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A complementary production relationship: both sides benefited</a:t>
            </a:r>
          </a:p>
        </p:txBody>
      </p:sp>
      <p:sp>
        <p:nvSpPr>
          <p:cNvPr id="2012" name="Economy 1"/>
          <p:cNvSpPr/>
          <p:nvPr/>
        </p:nvSpPr>
        <p:spPr>
          <a:xfrm>
            <a:off x="950976" y="4224528"/>
            <a:ext cx="3429000" cy="1810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South Korea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Higher-value intermediate goods: semiconductors, electronic components, petrochemicals</a:t>
            </a:r>
          </a:p>
        </p:txBody>
      </p:sp>
      <p:sp>
        <p:nvSpPr>
          <p:cNvPr id="2013" name="Economy 2"/>
          <p:cNvSpPr/>
          <p:nvPr/>
        </p:nvSpPr>
        <p:spPr>
          <a:xfrm>
            <a:off x="7818120" y="4224528"/>
            <a:ext cx="3429000" cy="181051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146304" tIns="146304" rIns="146304" bIns="146304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China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Imported them to make finished products: smartphones, computers, consumer electronics</a:t>
            </a:r>
          </a:p>
        </p:txBody>
      </p:sp>
      <p:cxnSp>
        <p:nvCxnSpPr>
          <p:cNvPr id="2014" name="Arrow: components to China"/>
          <p:cNvCxnSpPr/>
          <p:nvPr/>
        </p:nvCxnSpPr>
        <p:spPr>
          <a:xfrm>
            <a:off x="4489704" y="4818888"/>
            <a:ext cx="3218688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 w="med" len="med"/>
          </a:ln>
        </p:spPr>
      </p:cxnSp>
      <p:sp>
        <p:nvSpPr>
          <p:cNvPr id="2015" name="Label: components"/>
          <p:cNvSpPr txBox="1"/>
          <p:nvPr/>
        </p:nvSpPr>
        <p:spPr>
          <a:xfrm>
            <a:off x="4379976" y="4361688"/>
            <a:ext cx="34381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Components &amp; technology</a:t>
            </a:r>
          </a:p>
        </p:txBody>
      </p:sp>
      <p:cxnSp>
        <p:nvCxnSpPr>
          <p:cNvPr id="2016" name="Arrow: market access to Korea"/>
          <p:cNvCxnSpPr/>
          <p:nvPr/>
        </p:nvCxnSpPr>
        <p:spPr>
          <a:xfrm flipH="1">
            <a:off x="4489704" y="5440680"/>
            <a:ext cx="3218688" cy="0"/>
          </a:xfrm>
          <a:prstGeom prst="straightConnector1">
            <a:avLst/>
          </a:prstGeom>
          <a:ln w="28575">
            <a:solidFill>
              <a:schemeClr val="dk2"/>
            </a:solidFill>
            <a:tailEnd type="triangle" w="med" len="med"/>
          </a:ln>
        </p:spPr>
      </p:cxnSp>
      <p:sp>
        <p:nvSpPr>
          <p:cNvPr id="2017" name="Label: market access"/>
          <p:cNvSpPr txBox="1"/>
          <p:nvPr/>
        </p:nvSpPr>
        <p:spPr>
          <a:xfrm>
            <a:off x="4379976" y="5513832"/>
            <a:ext cx="34381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Access to a vast market</a:t>
            </a:r>
          </a:p>
        </p:txBody>
      </p:sp>
      <p:sp>
        <p:nvSpPr>
          <p:cNvPr id="2018" name="Transition line"/>
          <p:cNvSpPr txBox="1"/>
          <p:nvPr/>
        </p:nvSpPr>
        <p:spPr>
          <a:xfrm>
            <a:off x="950976" y="61722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China's own industrial capabilities have expanded, and the relationship is evolving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9"/>
          <p:cNvSpPr txBox="1"/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r>
              <a:rPr lang="en-US" sz="3600" dirty="0"/>
              <a:t>Changing Korea-China Trade Relationship</a:t>
            </a:r>
          </a:p>
        </p:txBody>
      </p:sp>
      <p:sp>
        <p:nvSpPr>
          <p:cNvPr id="2019" name="From box"/>
          <p:cNvSpPr/>
          <p:nvPr/>
        </p:nvSpPr>
        <p:spPr>
          <a:xfrm>
            <a:off x="950976" y="1600200"/>
            <a:ext cx="3200400" cy="8686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Complementary production</a:t>
            </a:r>
          </a:p>
        </p:txBody>
      </p:sp>
      <p:sp>
        <p:nvSpPr>
          <p:cNvPr id="2020" name="To box"/>
          <p:cNvSpPr/>
          <p:nvPr/>
        </p:nvSpPr>
        <p:spPr>
          <a:xfrm>
            <a:off x="8046720" y="1600200"/>
            <a:ext cx="3200400" cy="8686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Greater competition</a:t>
            </a:r>
          </a:p>
        </p:txBody>
      </p:sp>
      <p:cxnSp>
        <p:nvCxnSpPr>
          <p:cNvPr id="2021" name="Shift arrow"/>
          <p:cNvCxnSpPr/>
          <p:nvPr/>
        </p:nvCxnSpPr>
        <p:spPr>
          <a:xfrm>
            <a:off x="4288536" y="2034540"/>
            <a:ext cx="3621024" cy="0"/>
          </a:xfrm>
          <a:prstGeom prst="straightConnector1">
            <a:avLst/>
          </a:prstGeom>
          <a:ln w="28575">
            <a:solidFill>
              <a:schemeClr val="dk1"/>
            </a:solidFill>
            <a:tailEnd type="triangle" w="med" len="med"/>
          </a:ln>
        </p:spPr>
      </p:cxnSp>
      <p:sp>
        <p:nvSpPr>
          <p:cNvPr id="2022" name="Shift driver"/>
          <p:cNvSpPr txBox="1"/>
          <p:nvPr/>
        </p:nvSpPr>
        <p:spPr>
          <a:xfrm>
            <a:off x="4242816" y="1481328"/>
            <a:ext cx="3712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Made in China 2025</a:t>
            </a:r>
          </a:p>
        </p:txBody>
      </p:sp>
      <p:sp>
        <p:nvSpPr>
          <p:cNvPr id="2023" name="Shift driver detail"/>
          <p:cNvSpPr txBox="1"/>
          <p:nvPr/>
        </p:nvSpPr>
        <p:spPr>
          <a:xfrm>
            <a:off x="4242816" y="2130552"/>
            <a:ext cx="3712464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semiconductors · robotics · EVs</a:t>
            </a:r>
          </a:p>
        </p:txBody>
      </p:sp>
      <p:sp>
        <p:nvSpPr>
          <p:cNvPr id="2024" name="From caption"/>
          <p:cNvSpPr txBox="1"/>
          <p:nvPr/>
        </p:nvSpPr>
        <p:spPr>
          <a:xfrm>
            <a:off x="950976" y="25603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Korea supplied inputs; China assembled</a:t>
            </a:r>
          </a:p>
        </p:txBody>
      </p:sp>
      <p:sp>
        <p:nvSpPr>
          <p:cNvPr id="2025" name="To caption"/>
          <p:cNvSpPr txBox="1"/>
          <p:nvPr/>
        </p:nvSpPr>
        <p:spPr>
          <a:xfrm>
            <a:off x="8046720" y="2560320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Chinese firms now make goods Korea once supplied</a:t>
            </a:r>
          </a:p>
        </p:txBody>
      </p:sp>
      <p:cxnSp>
        <p:nvCxnSpPr>
          <p:cNvPr id="2026" name="Timeline axis"/>
          <p:cNvCxnSpPr/>
          <p:nvPr/>
        </p:nvCxnSpPr>
        <p:spPr>
          <a:xfrm>
            <a:off x="950976" y="3611880"/>
            <a:ext cx="10296144" cy="0"/>
          </a:xfrm>
          <a:prstGeom prst="straightConnector1">
            <a:avLst/>
          </a:prstGeom>
          <a:ln w="19050">
            <a:solidFill>
              <a:schemeClr val="accent4"/>
            </a:solidFill>
          </a:ln>
        </p:spPr>
      </p:cxnSp>
      <p:sp>
        <p:nvSpPr>
          <p:cNvPr id="2027" name="Timeline marker 1"/>
          <p:cNvSpPr/>
          <p:nvPr/>
        </p:nvSpPr>
        <p:spPr>
          <a:xfrm>
            <a:off x="950976" y="3511296"/>
            <a:ext cx="201168" cy="2011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2028" name="Timeline year 1"/>
          <p:cNvSpPr txBox="1"/>
          <p:nvPr/>
        </p:nvSpPr>
        <p:spPr>
          <a:xfrm>
            <a:off x="950976" y="3813048"/>
            <a:ext cx="23454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2015</a:t>
            </a:r>
          </a:p>
        </p:txBody>
      </p:sp>
      <p:sp>
        <p:nvSpPr>
          <p:cNvPr id="2029" name="Timeline text 1"/>
          <p:cNvSpPr txBox="1"/>
          <p:nvPr/>
        </p:nvSpPr>
        <p:spPr>
          <a:xfrm>
            <a:off x="950976" y="4215384"/>
            <a:ext cx="23454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Made in China 2025: less reliance on foreign tech</a:t>
            </a:r>
          </a:p>
        </p:txBody>
      </p:sp>
      <p:sp>
        <p:nvSpPr>
          <p:cNvPr id="2030" name="Timeline marker 2"/>
          <p:cNvSpPr/>
          <p:nvPr/>
        </p:nvSpPr>
        <p:spPr>
          <a:xfrm>
            <a:off x="3525012" y="3511296"/>
            <a:ext cx="201168" cy="20116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2031" name="Timeline year 2"/>
          <p:cNvSpPr txBox="1"/>
          <p:nvPr/>
        </p:nvSpPr>
        <p:spPr>
          <a:xfrm>
            <a:off x="3525012" y="3813048"/>
            <a:ext cx="23454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2023</a:t>
            </a:r>
          </a:p>
        </p:txBody>
      </p:sp>
      <p:sp>
        <p:nvSpPr>
          <p:cNvPr id="2032" name="Timeline text 2"/>
          <p:cNvSpPr txBox="1"/>
          <p:nvPr/>
        </p:nvSpPr>
        <p:spPr>
          <a:xfrm>
            <a:off x="3525012" y="4215384"/>
            <a:ext cx="23454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First annual deficit with China in 30+ years</a:t>
            </a:r>
          </a:p>
        </p:txBody>
      </p:sp>
      <p:sp>
        <p:nvSpPr>
          <p:cNvPr id="2033" name="Timeline marker 3"/>
          <p:cNvSpPr/>
          <p:nvPr/>
        </p:nvSpPr>
        <p:spPr>
          <a:xfrm>
            <a:off x="6099048" y="3511296"/>
            <a:ext cx="201168" cy="20116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2034" name="Timeline year 3"/>
          <p:cNvSpPr txBox="1"/>
          <p:nvPr/>
        </p:nvSpPr>
        <p:spPr>
          <a:xfrm>
            <a:off x="6099048" y="3813048"/>
            <a:ext cx="23454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+mn-lt"/>
                <a:ea typeface="+mn-lt"/>
                <a:cs typeface="+mn-lt"/>
              </a:rPr>
              <a:t>Through 2025</a:t>
            </a:r>
          </a:p>
        </p:txBody>
      </p:sp>
      <p:sp>
        <p:nvSpPr>
          <p:cNvPr id="2035" name="Timeline text 3"/>
          <p:cNvSpPr txBox="1"/>
          <p:nvPr/>
        </p:nvSpPr>
        <p:spPr>
          <a:xfrm>
            <a:off x="6099048" y="4215384"/>
            <a:ext cx="23454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Deficit continues (weaker chip demand also a factor)</a:t>
            </a:r>
          </a:p>
        </p:txBody>
      </p:sp>
      <p:sp>
        <p:nvSpPr>
          <p:cNvPr id="2036" name="Timeline marker 4"/>
          <p:cNvSpPr/>
          <p:nvPr/>
        </p:nvSpPr>
        <p:spPr>
          <a:xfrm>
            <a:off x="8673084" y="3511296"/>
            <a:ext cx="201168" cy="201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2037" name="Timeline year 4"/>
          <p:cNvSpPr txBox="1"/>
          <p:nvPr/>
        </p:nvSpPr>
        <p:spPr>
          <a:xfrm>
            <a:off x="8673084" y="3813048"/>
            <a:ext cx="2345436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5"/>
                </a:solidFill>
                <a:latin typeface="+mn-lt"/>
                <a:ea typeface="+mn-lt"/>
                <a:cs typeface="+mn-lt"/>
              </a:rPr>
              <a:t>2026 (Jan–Aug)</a:t>
            </a:r>
          </a:p>
        </p:txBody>
      </p:sp>
      <p:sp>
        <p:nvSpPr>
          <p:cNvPr id="2038" name="Timeline text 4"/>
          <p:cNvSpPr txBox="1"/>
          <p:nvPr/>
        </p:nvSpPr>
        <p:spPr>
          <a:xfrm>
            <a:off x="8673084" y="4215384"/>
            <a:ext cx="234543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  <a:latin typeface="+mn-lt"/>
                <a:ea typeface="+mn-lt"/>
                <a:cs typeface="+mn-lt"/>
              </a:rPr>
              <a:t>Surplus in the first 8 months: competition ≠ less trade</a:t>
            </a:r>
          </a:p>
        </p:txBody>
      </p:sp>
      <p:sp>
        <p:nvSpPr>
          <p:cNvPr id="2039" name="Takeaway banner"/>
          <p:cNvSpPr/>
          <p:nvPr/>
        </p:nvSpPr>
        <p:spPr>
          <a:xfrm>
            <a:off x="950976" y="5349240"/>
            <a:ext cx="1029614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40" tIns="91440" rIns="91440" bIns="9144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From complementary to competitive, </a:t>
            </a:r>
            <a:r>
              <a:rPr lang="en-US" sz="2000" b="0" dirty="0">
                <a:solidFill>
                  <a:schemeClr val="lt1"/>
                </a:solidFill>
                <a:latin typeface="+mn-lt"/>
                <a:ea typeface="+mn-lt"/>
                <a:cs typeface="+mn-lt"/>
              </a:rPr>
              <a:t>yet still deeply interconnected through trade</a:t>
            </a:r>
          </a:p>
        </p:txBody>
      </p:sp>
      <p:sp>
        <p:nvSpPr>
          <p:cNvPr id="2040" name="Next topic"/>
          <p:cNvSpPr txBox="1"/>
          <p:nvPr/>
        </p:nvSpPr>
        <p:spPr>
          <a:xfrm>
            <a:off x="7132320" y="6172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chemeClr val="accent3"/>
                </a:solidFill>
                <a:latin typeface="+mn-lt"/>
                <a:ea typeface="+mn-lt"/>
                <a:cs typeface="+mn-lt"/>
              </a:rPr>
              <a:t>Next: the semiconductor industry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 Four Asian Tigers: Singapore, Hong Kong, Taiwan and South Korea by Slidesgo">
  <a:themeElements>
    <a:clrScheme name="Korea-China Trade">
      <a:dk1>
        <a:srgbClr val="272727"/>
      </a:dk1>
      <a:lt1>
        <a:srgbClr val="F5F5F5"/>
      </a:lt1>
      <a:dk2>
        <a:srgbClr val="F05454"/>
      </a:dk2>
      <a:lt2>
        <a:srgbClr val="FF8080"/>
      </a:lt2>
      <a:accent1>
        <a:srgbClr val="FDABAB"/>
      </a:accent1>
      <a:accent2>
        <a:srgbClr val="30475E"/>
      </a:accent2>
      <a:accent3>
        <a:srgbClr val="5C748D"/>
      </a:accent3>
      <a:accent4>
        <a:srgbClr val="93A8BE"/>
      </a:accent4>
      <a:accent5>
        <a:srgbClr val="145A49"/>
      </a:accent5>
      <a:accent6>
        <a:srgbClr val="A3CCC3"/>
      </a:accent6>
      <a:hlink>
        <a:srgbClr val="272727"/>
      </a:hlink>
      <a:folHlink>
        <a:srgbClr val="0097A7"/>
      </a:folHlink>
    </a:clrScheme>
    <a:fontScheme name="Office">
      <a:majorFont>
        <a:latin typeface="Anek Bangla 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ber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