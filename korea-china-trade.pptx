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5" r:id="rId4"/>
    <p:sldMasterId id="2147483686" r:id="rId5"/>
  </p:sldMasterIdLst>
  <p:notesMasterIdLst>
    <p:notesMasterId r:id="rId6"/>
  </p:notesMasterIdLst>
  <p:sldIdLst>
    <p:sldId id="256" r:id="rId7"/>
    <p:sldId id="287" r:id="rId38"/>
  </p:sldIdLst>
  <p:sldSz cy="5143500" cx="9144000"/>
  <p:notesSz cx="6858000" cy="9144000"/>
  <p:embeddedFontLst>
    <p:embeddedFont>
      <p:font typeface="Proxima Nova"/>
      <p:regular r:id="rId62"/>
      <p:bold r:id="rId63"/>
      <p:italic r:id="rId64"/>
      <p:boldItalic r:id="rId65"/>
    </p:embeddedFont>
    <p:embeddedFont>
      <p:font typeface="Red Hat Text Medium"/>
      <p:regular r:id="rId66"/>
      <p:bold r:id="rId67"/>
      <p:italic r:id="rId68"/>
      <p:boldItalic r:id="rId69"/>
    </p:embeddedFont>
    <p:embeddedFont>
      <p:font typeface="Roboto Medium"/>
      <p:regular r:id="rId70"/>
      <p:bold r:id="rId71"/>
      <p:italic r:id="rId72"/>
      <p:boldItalic r:id="rId73"/>
    </p:embeddedFont>
    <p:embeddedFont>
      <p:font typeface="Amatic SC"/>
      <p:regular r:id="rId74"/>
      <p:bold r:id="rId75"/>
    </p:embeddedFont>
    <p:embeddedFont>
      <p:font typeface="Bebas Neue"/>
      <p:regular r:id="rId76"/>
    </p:embeddedFont>
    <p:embeddedFont>
      <p:font typeface="Alice"/>
      <p:regular r:id="rId77"/>
    </p:embeddedFont>
    <p:embeddedFont>
      <p:font typeface="Red Hat Text"/>
      <p:regular r:id="rId78"/>
      <p:bold r:id="rId79"/>
      <p:italic r:id="rId80"/>
      <p:boldItalic r:id="rId8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AA27D3F-658A-49DD-8990-2358FA257390}">
  <a:tblStyle styleId="{CAA27D3F-658A-49DD-8990-2358FA2573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5BD9CB17-CA3D-4293-97A4-1C2CFA022E97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80" Type="http://schemas.openxmlformats.org/officeDocument/2006/relationships/font" Target="fonts/RedHatText-italic.fntdata"/><Relationship Id="rId81" Type="http://schemas.openxmlformats.org/officeDocument/2006/relationships/font" Target="fonts/RedHatText-boldItalic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73" Type="http://schemas.openxmlformats.org/officeDocument/2006/relationships/font" Target="fonts/RobotoMedium-boldItalic.fntdata"/><Relationship Id="rId72" Type="http://schemas.openxmlformats.org/officeDocument/2006/relationships/font" Target="fonts/RobotoMedium-italic.fntdata"/><Relationship Id="rId75" Type="http://schemas.openxmlformats.org/officeDocument/2006/relationships/font" Target="fonts/AmaticSC-bold.fntdata"/><Relationship Id="rId74" Type="http://schemas.openxmlformats.org/officeDocument/2006/relationships/font" Target="fonts/AmaticSC-regular.fntdata"/><Relationship Id="rId77" Type="http://schemas.openxmlformats.org/officeDocument/2006/relationships/font" Target="fonts/Alice-regular.fntdata"/><Relationship Id="rId76" Type="http://schemas.openxmlformats.org/officeDocument/2006/relationships/font" Target="fonts/BebasNeue-regular.fntdata"/><Relationship Id="rId79" Type="http://schemas.openxmlformats.org/officeDocument/2006/relationships/font" Target="fonts/RedHatText-bold.fntdata"/><Relationship Id="rId78" Type="http://schemas.openxmlformats.org/officeDocument/2006/relationships/font" Target="fonts/RedHatText-regular.fntdata"/><Relationship Id="rId71" Type="http://schemas.openxmlformats.org/officeDocument/2006/relationships/font" Target="fonts/RobotoMedium-bold.fntdata"/><Relationship Id="rId70" Type="http://schemas.openxmlformats.org/officeDocument/2006/relationships/font" Target="fonts/RobotoMedium-regular.fntdata"/><Relationship Id="rId38" Type="http://schemas.openxmlformats.org/officeDocument/2006/relationships/slide" Target="slides/slide32.xml"/><Relationship Id="rId62" Type="http://schemas.openxmlformats.org/officeDocument/2006/relationships/font" Target="fonts/ProximaNova-regular.fntdata"/><Relationship Id="rId64" Type="http://schemas.openxmlformats.org/officeDocument/2006/relationships/font" Target="fonts/ProximaNova-italic.fntdata"/><Relationship Id="rId63" Type="http://schemas.openxmlformats.org/officeDocument/2006/relationships/font" Target="fonts/ProximaNova-bold.fntdata"/><Relationship Id="rId66" Type="http://schemas.openxmlformats.org/officeDocument/2006/relationships/font" Target="fonts/RedHatTextMedium-regular.fntdata"/><Relationship Id="rId65" Type="http://schemas.openxmlformats.org/officeDocument/2006/relationships/font" Target="fonts/ProximaNova-boldItalic.fntdata"/><Relationship Id="rId68" Type="http://schemas.openxmlformats.org/officeDocument/2006/relationships/font" Target="fonts/RedHatTextMedium-italic.fntdata"/><Relationship Id="rId67" Type="http://schemas.openxmlformats.org/officeDocument/2006/relationships/font" Target="fonts/RedHatTextMedium-bold.fntdata"/><Relationship Id="rId69" Type="http://schemas.openxmlformats.org/officeDocument/2006/relationships/font" Target="fonts/RedHatTextMedium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4625369b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4625369b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20a3ec4dec0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3" name="Google Shape;683;g20a3ec4dec0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10" name="Google Shape;10;p2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" name="Google Shape;12;p2"/>
          <p:cNvSpPr txBox="1"/>
          <p:nvPr>
            <p:ph type="ctrTitle"/>
          </p:nvPr>
        </p:nvSpPr>
        <p:spPr>
          <a:xfrm>
            <a:off x="2212750" y="1196625"/>
            <a:ext cx="4718400" cy="197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i="1" sz="7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2658150" y="3204325"/>
            <a:ext cx="3827700" cy="4194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6200038" scaled="0"/>
        </a:gra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oogle Shape;15;p3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16" name="Google Shape;16;p3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3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" name="Google Shape;18;p3"/>
          <p:cNvSpPr txBox="1"/>
          <p:nvPr>
            <p:ph type="title"/>
          </p:nvPr>
        </p:nvSpPr>
        <p:spPr>
          <a:xfrm>
            <a:off x="3197100" y="2414703"/>
            <a:ext cx="2749800" cy="131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hasCustomPrompt="1" idx="2" type="title"/>
          </p:nvPr>
        </p:nvSpPr>
        <p:spPr>
          <a:xfrm>
            <a:off x="3804350" y="1417797"/>
            <a:ext cx="1699200" cy="10656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gradFill>
          <a:gsLst>
            <a:gs pos="0">
              <a:schemeClr val="lt1"/>
            </a:gs>
            <a:gs pos="22000">
              <a:schemeClr val="dk2"/>
            </a:gs>
            <a:gs pos="49000">
              <a:srgbClr val="121212"/>
            </a:gs>
            <a:gs pos="100000">
              <a:schemeClr val="accent1"/>
            </a:gs>
          </a:gsLst>
          <a:lin ang="5400012" scaled="0"/>
        </a:gra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oogle Shape;21;p4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22" name="Google Shape;22;p4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4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" name="Google Shape;24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720000" y="1152475"/>
            <a:ext cx="7704000" cy="3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6" name="Google Shape;26;p4"/>
          <p:cNvSpPr/>
          <p:nvPr/>
        </p:nvSpPr>
        <p:spPr>
          <a:xfrm>
            <a:off x="445975" y="4421300"/>
            <a:ext cx="263100" cy="2631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/>
          <p:cNvSpPr/>
          <p:nvPr/>
        </p:nvSpPr>
        <p:spPr>
          <a:xfrm>
            <a:off x="8586725" y="385150"/>
            <a:ext cx="111300" cy="1113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5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30" name="Google Shape;30;p5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5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2" name="Google Shape;32;p5"/>
          <p:cNvSpPr txBox="1"/>
          <p:nvPr>
            <p:ph idx="1" type="subTitle"/>
          </p:nvPr>
        </p:nvSpPr>
        <p:spPr>
          <a:xfrm>
            <a:off x="1314263" y="1818225"/>
            <a:ext cx="3102900" cy="203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subTitle"/>
          </p:nvPr>
        </p:nvSpPr>
        <p:spPr>
          <a:xfrm>
            <a:off x="4726837" y="1818225"/>
            <a:ext cx="3102900" cy="203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3500032" scaled="0"/>
        </a:gra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oogle Shape;36;p6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37" name="Google Shape;37;p6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6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6200038" scaled="0"/>
        </a:gra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41;p7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42" name="Google Shape;42;p7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7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" name="Google Shape;44;p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" type="body"/>
          </p:nvPr>
        </p:nvSpPr>
        <p:spPr>
          <a:xfrm>
            <a:off x="4509550" y="1963500"/>
            <a:ext cx="3322200" cy="191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" name="Google Shape;46;p7"/>
          <p:cNvSpPr/>
          <p:nvPr>
            <p:ph idx="2" type="pic"/>
          </p:nvPr>
        </p:nvSpPr>
        <p:spPr>
          <a:xfrm>
            <a:off x="1063325" y="1460150"/>
            <a:ext cx="2637600" cy="291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gradFill>
          <a:gsLst>
            <a:gs pos="0">
              <a:schemeClr val="lt1"/>
            </a:gs>
            <a:gs pos="22000">
              <a:schemeClr val="dk2"/>
            </a:gs>
            <a:gs pos="49000">
              <a:srgbClr val="121212"/>
            </a:gs>
            <a:gs pos="100000">
              <a:schemeClr val="accent1"/>
            </a:gs>
          </a:gsLst>
          <a:lin ang="5400012" scaled="0"/>
        </a:gra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48;p8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49" name="Google Shape;49;p8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" name="Google Shape;50;p8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1" name="Google Shape;51;p8"/>
          <p:cNvSpPr txBox="1"/>
          <p:nvPr>
            <p:ph type="title"/>
          </p:nvPr>
        </p:nvSpPr>
        <p:spPr>
          <a:xfrm>
            <a:off x="1388100" y="1941750"/>
            <a:ext cx="6367800" cy="126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oogle Shape;53;p9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54" name="Google Shape;54;p9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6" name="Google Shape;56;p9"/>
          <p:cNvSpPr txBox="1"/>
          <p:nvPr>
            <p:ph type="title"/>
          </p:nvPr>
        </p:nvSpPr>
        <p:spPr>
          <a:xfrm>
            <a:off x="2241450" y="1246109"/>
            <a:ext cx="4661100" cy="175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9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57" name="Google Shape;57;p9"/>
          <p:cNvSpPr txBox="1"/>
          <p:nvPr>
            <p:ph idx="1" type="subTitle"/>
          </p:nvPr>
        </p:nvSpPr>
        <p:spPr>
          <a:xfrm>
            <a:off x="2241450" y="2996591"/>
            <a:ext cx="4661100" cy="6723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3500032" scaled="0"/>
        </a:gra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/>
          <p:nvPr>
            <p:ph idx="2" type="pic"/>
          </p:nvPr>
        </p:nvSpPr>
        <p:spPr>
          <a:xfrm>
            <a:off x="186664" y="160312"/>
            <a:ext cx="8770800" cy="48228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type="title"/>
          </p:nvPr>
        </p:nvSpPr>
        <p:spPr>
          <a:xfrm>
            <a:off x="720000" y="3850800"/>
            <a:ext cx="7704000" cy="572700"/>
          </a:xfrm>
          <a:prstGeom prst="rect">
            <a:avLst/>
          </a:prstGeom>
          <a:gradFill>
            <a:gsLst>
              <a:gs pos="0">
                <a:schemeClr val="lt1"/>
              </a:gs>
              <a:gs pos="22000">
                <a:schemeClr val="dk2"/>
              </a:gs>
              <a:gs pos="49000">
                <a:srgbClr val="121212"/>
              </a:gs>
              <a:gs pos="100000">
                <a:schemeClr val="accent1"/>
              </a:gs>
            </a:gsLst>
            <a:lin ang="5400700" scaled="0"/>
          </a:gra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6200038" scaled="0"/>
        </a:gra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oogle Shape;62;p11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63" name="Google Shape;63;p11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5" name="Google Shape;65;p11"/>
          <p:cNvSpPr txBox="1"/>
          <p:nvPr>
            <p:ph hasCustomPrompt="1" type="title"/>
          </p:nvPr>
        </p:nvSpPr>
        <p:spPr>
          <a:xfrm>
            <a:off x="1944150" y="1876000"/>
            <a:ext cx="5255700" cy="961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6" name="Google Shape;66;p11"/>
          <p:cNvSpPr txBox="1"/>
          <p:nvPr>
            <p:ph idx="1" type="subTitle"/>
          </p:nvPr>
        </p:nvSpPr>
        <p:spPr>
          <a:xfrm>
            <a:off x="1944150" y="2837900"/>
            <a:ext cx="5255700" cy="4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dk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">
    <p:bg>
      <p:bgPr>
        <a:gradFill>
          <a:gsLst>
            <a:gs pos="0">
              <a:schemeClr val="lt1"/>
            </a:gs>
            <a:gs pos="22000">
              <a:schemeClr val="dk2"/>
            </a:gs>
            <a:gs pos="49000">
              <a:srgbClr val="121212"/>
            </a:gs>
            <a:gs pos="100000">
              <a:schemeClr val="accent1"/>
            </a:gs>
          </a:gsLst>
          <a:lin ang="5400012" scaled="0"/>
        </a:gra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69;p13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70" name="Google Shape;70;p13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3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2" name="Google Shape;72;p13"/>
          <p:cNvSpPr txBox="1"/>
          <p:nvPr>
            <p:ph hasCustomPrompt="1" type="title"/>
          </p:nvPr>
        </p:nvSpPr>
        <p:spPr>
          <a:xfrm>
            <a:off x="1753888" y="1882625"/>
            <a:ext cx="1275300" cy="59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3"/>
          <p:cNvSpPr txBox="1"/>
          <p:nvPr>
            <p:ph hasCustomPrompt="1" idx="2" type="title"/>
          </p:nvPr>
        </p:nvSpPr>
        <p:spPr>
          <a:xfrm>
            <a:off x="4583363" y="1882625"/>
            <a:ext cx="1275300" cy="59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3"/>
          <p:cNvSpPr txBox="1"/>
          <p:nvPr>
            <p:ph hasCustomPrompt="1" idx="3" type="title"/>
          </p:nvPr>
        </p:nvSpPr>
        <p:spPr>
          <a:xfrm>
            <a:off x="3127663" y="3132575"/>
            <a:ext cx="1275300" cy="59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/>
          <p:nvPr>
            <p:ph hasCustomPrompt="1" idx="4" type="title"/>
          </p:nvPr>
        </p:nvSpPr>
        <p:spPr>
          <a:xfrm>
            <a:off x="6019513" y="3132575"/>
            <a:ext cx="1275300" cy="59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3"/>
          <p:cNvSpPr txBox="1"/>
          <p:nvPr>
            <p:ph idx="5" type="title"/>
          </p:nvPr>
        </p:nvSpPr>
        <p:spPr>
          <a:xfrm>
            <a:off x="1961400" y="846700"/>
            <a:ext cx="5221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" type="subTitle"/>
          </p:nvPr>
        </p:nvSpPr>
        <p:spPr>
          <a:xfrm>
            <a:off x="1748988" y="2328175"/>
            <a:ext cx="1275300" cy="5727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8" name="Google Shape;78;p13"/>
          <p:cNvSpPr txBox="1"/>
          <p:nvPr>
            <p:ph idx="6" type="subTitle"/>
          </p:nvPr>
        </p:nvSpPr>
        <p:spPr>
          <a:xfrm>
            <a:off x="4583363" y="2328175"/>
            <a:ext cx="1275300" cy="5727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9" name="Google Shape;79;p13"/>
          <p:cNvSpPr txBox="1"/>
          <p:nvPr>
            <p:ph idx="7" type="subTitle"/>
          </p:nvPr>
        </p:nvSpPr>
        <p:spPr>
          <a:xfrm>
            <a:off x="3122763" y="3594900"/>
            <a:ext cx="1275300" cy="5727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0" name="Google Shape;80;p13"/>
          <p:cNvSpPr txBox="1"/>
          <p:nvPr>
            <p:ph idx="8" type="subTitle"/>
          </p:nvPr>
        </p:nvSpPr>
        <p:spPr>
          <a:xfrm>
            <a:off x="6019513" y="3594900"/>
            <a:ext cx="1275300" cy="5727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6200038" scaled="0"/>
        </a:gra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oogle Shape;82;p14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83" name="Google Shape;83;p14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14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5" name="Google Shape;85;p14"/>
          <p:cNvSpPr txBox="1"/>
          <p:nvPr>
            <p:ph type="title"/>
          </p:nvPr>
        </p:nvSpPr>
        <p:spPr>
          <a:xfrm>
            <a:off x="1858200" y="3137875"/>
            <a:ext cx="5427600" cy="5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6" name="Google Shape;86;p14"/>
          <p:cNvSpPr txBox="1"/>
          <p:nvPr>
            <p:ph idx="1" type="subTitle"/>
          </p:nvPr>
        </p:nvSpPr>
        <p:spPr>
          <a:xfrm>
            <a:off x="1858200" y="1754275"/>
            <a:ext cx="5427600" cy="138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gradFill>
          <a:gsLst>
            <a:gs pos="0">
              <a:schemeClr val="lt1"/>
            </a:gs>
            <a:gs pos="22000">
              <a:schemeClr val="dk2"/>
            </a:gs>
            <a:gs pos="49000">
              <a:srgbClr val="121212"/>
            </a:gs>
            <a:gs pos="100000">
              <a:schemeClr val="accent1"/>
            </a:gs>
          </a:gsLst>
          <a:lin ang="5400700" scaled="0"/>
        </a:gra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5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89" name="Google Shape;89;p15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5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1" name="Google Shape;91;p15"/>
          <p:cNvSpPr txBox="1"/>
          <p:nvPr>
            <p:ph type="title"/>
          </p:nvPr>
        </p:nvSpPr>
        <p:spPr>
          <a:xfrm>
            <a:off x="3202650" y="2177550"/>
            <a:ext cx="4437900" cy="78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92" name="Google Shape;92;p15"/>
          <p:cNvSpPr txBox="1"/>
          <p:nvPr>
            <p:ph hasCustomPrompt="1" idx="2" type="title"/>
          </p:nvPr>
        </p:nvSpPr>
        <p:spPr>
          <a:xfrm>
            <a:off x="1503450" y="2177549"/>
            <a:ext cx="1699200" cy="788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1_1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oogle Shape;94;p16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95" name="Google Shape;95;p16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6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7" name="Google Shape;97;p16"/>
          <p:cNvSpPr txBox="1"/>
          <p:nvPr>
            <p:ph type="title"/>
          </p:nvPr>
        </p:nvSpPr>
        <p:spPr>
          <a:xfrm>
            <a:off x="2094750" y="2733302"/>
            <a:ext cx="4954500" cy="74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98" name="Google Shape;98;p16"/>
          <p:cNvSpPr txBox="1"/>
          <p:nvPr>
            <p:ph hasCustomPrompt="1" idx="2" type="title"/>
          </p:nvPr>
        </p:nvSpPr>
        <p:spPr>
          <a:xfrm>
            <a:off x="3722400" y="1667698"/>
            <a:ext cx="1699200" cy="10656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bg>
      <p:bgPr>
        <a:gradFill>
          <a:gsLst>
            <a:gs pos="0">
              <a:schemeClr val="lt1"/>
            </a:gs>
            <a:gs pos="22000">
              <a:schemeClr val="dk2"/>
            </a:gs>
            <a:gs pos="49000">
              <a:srgbClr val="121212"/>
            </a:gs>
            <a:gs pos="100000">
              <a:schemeClr val="accent1"/>
            </a:gs>
          </a:gsLst>
          <a:lin ang="5400700" scaled="0"/>
        </a:gra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7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01" name="Google Shape;101;p17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7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1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3500032" scaled="0"/>
        </a:gra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18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06" name="Google Shape;106;p18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8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8" name="Google Shape;108;p1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_ONLY_1_1_1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9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11" name="Google Shape;111;p19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9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" name="Google Shape;113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">
  <p:cSld name="CUSTOM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3500032" scaled="0"/>
        </a:gra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Google Shape;115;p20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16" name="Google Shape;116;p20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20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8" name="Google Shape;118;p20"/>
          <p:cNvSpPr txBox="1"/>
          <p:nvPr>
            <p:ph idx="1" type="subTitle"/>
          </p:nvPr>
        </p:nvSpPr>
        <p:spPr>
          <a:xfrm>
            <a:off x="720000" y="1212525"/>
            <a:ext cx="77040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1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3500032" scaled="0"/>
        </a:gra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21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22" name="Google Shape;122;p21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1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4" name="Google Shape;124;p21"/>
          <p:cNvSpPr txBox="1"/>
          <p:nvPr>
            <p:ph idx="1" type="subTitle"/>
          </p:nvPr>
        </p:nvSpPr>
        <p:spPr>
          <a:xfrm>
            <a:off x="1194799" y="3099000"/>
            <a:ext cx="3528600" cy="73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25" name="Google Shape;125;p21"/>
          <p:cNvSpPr txBox="1"/>
          <p:nvPr>
            <p:ph type="title"/>
          </p:nvPr>
        </p:nvSpPr>
        <p:spPr>
          <a:xfrm>
            <a:off x="1199374" y="1307700"/>
            <a:ext cx="3528600" cy="179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6" name="Google Shape;126;p21"/>
          <p:cNvSpPr/>
          <p:nvPr>
            <p:ph idx="2" type="pic"/>
          </p:nvPr>
        </p:nvSpPr>
        <p:spPr>
          <a:xfrm>
            <a:off x="5347299" y="1035300"/>
            <a:ext cx="2601900" cy="307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1_1_1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22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29" name="Google Shape;129;p22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22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22"/>
          <p:cNvSpPr txBox="1"/>
          <p:nvPr>
            <p:ph idx="1" type="subTitle"/>
          </p:nvPr>
        </p:nvSpPr>
        <p:spPr>
          <a:xfrm>
            <a:off x="1998450" y="3973850"/>
            <a:ext cx="5147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32" name="Google Shape;132;p2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_1_1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6198662" scaled="0"/>
        </a:gra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oogle Shape;134;p23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35" name="Google Shape;135;p23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23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7" name="Google Shape;137;p23"/>
          <p:cNvSpPr txBox="1"/>
          <p:nvPr>
            <p:ph idx="1" type="subTitle"/>
          </p:nvPr>
        </p:nvSpPr>
        <p:spPr>
          <a:xfrm>
            <a:off x="4572000" y="2562050"/>
            <a:ext cx="3183000" cy="78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38" name="Google Shape;138;p23"/>
          <p:cNvSpPr txBox="1"/>
          <p:nvPr>
            <p:ph type="title"/>
          </p:nvPr>
        </p:nvSpPr>
        <p:spPr>
          <a:xfrm>
            <a:off x="4572000" y="1794550"/>
            <a:ext cx="3183000" cy="78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_1_1_1_1">
    <p:bg>
      <p:bgPr>
        <a:gradFill>
          <a:gsLst>
            <a:gs pos="0">
              <a:schemeClr val="lt1"/>
            </a:gs>
            <a:gs pos="22000">
              <a:schemeClr val="dk2"/>
            </a:gs>
            <a:gs pos="49000">
              <a:srgbClr val="121212"/>
            </a:gs>
            <a:gs pos="100000">
              <a:schemeClr val="accent1"/>
            </a:gs>
          </a:gsLst>
          <a:lin ang="5400700" scaled="0"/>
        </a:gra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oogle Shape;140;p24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41" name="Google Shape;141;p24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4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1655150" y="2588300"/>
            <a:ext cx="3241800" cy="73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44" name="Google Shape;144;p24"/>
          <p:cNvSpPr txBox="1"/>
          <p:nvPr>
            <p:ph type="title"/>
          </p:nvPr>
        </p:nvSpPr>
        <p:spPr>
          <a:xfrm>
            <a:off x="1655150" y="1820800"/>
            <a:ext cx="3241800" cy="73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1_1_1_1_1_1">
    <p:bg>
      <p:bgPr>
        <a:gradFill>
          <a:gsLst>
            <a:gs pos="0">
              <a:schemeClr val="lt1"/>
            </a:gs>
            <a:gs pos="22000">
              <a:schemeClr val="dk2"/>
            </a:gs>
            <a:gs pos="49000">
              <a:srgbClr val="121212"/>
            </a:gs>
            <a:gs pos="100000">
              <a:schemeClr val="accent1"/>
            </a:gs>
          </a:gsLst>
          <a:lin ang="5400700" scaled="0"/>
        </a:gra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oogle Shape;146;p25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47" name="Google Shape;147;p25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5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9" name="Google Shape;149;p25"/>
          <p:cNvSpPr txBox="1"/>
          <p:nvPr>
            <p:ph idx="1" type="subTitle"/>
          </p:nvPr>
        </p:nvSpPr>
        <p:spPr>
          <a:xfrm>
            <a:off x="720000" y="1212525"/>
            <a:ext cx="77040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50" name="Google Shape;150;p2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6198662" scaled="0"/>
        </a:gra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oogle Shape;152;p26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53" name="Google Shape;153;p26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6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5" name="Google Shape;155;p26"/>
          <p:cNvSpPr txBox="1"/>
          <p:nvPr>
            <p:ph idx="1" type="subTitle"/>
          </p:nvPr>
        </p:nvSpPr>
        <p:spPr>
          <a:xfrm>
            <a:off x="1504979" y="1952875"/>
            <a:ext cx="2717700" cy="475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156" name="Google Shape;156;p26"/>
          <p:cNvSpPr txBox="1"/>
          <p:nvPr>
            <p:ph idx="2" type="subTitle"/>
          </p:nvPr>
        </p:nvSpPr>
        <p:spPr>
          <a:xfrm>
            <a:off x="4921316" y="1952875"/>
            <a:ext cx="2717700" cy="475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157" name="Google Shape;157;p26"/>
          <p:cNvSpPr txBox="1"/>
          <p:nvPr>
            <p:ph idx="3" type="subTitle"/>
          </p:nvPr>
        </p:nvSpPr>
        <p:spPr>
          <a:xfrm>
            <a:off x="1504990" y="2428075"/>
            <a:ext cx="2717700" cy="13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58" name="Google Shape;158;p26"/>
          <p:cNvSpPr txBox="1"/>
          <p:nvPr>
            <p:ph idx="4" type="subTitle"/>
          </p:nvPr>
        </p:nvSpPr>
        <p:spPr>
          <a:xfrm>
            <a:off x="4921321" y="2428075"/>
            <a:ext cx="2717700" cy="137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59" name="Google Shape;159;p2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_1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oogle Shape;161;p27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62" name="Google Shape;162;p27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7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4" name="Google Shape;164;p27"/>
          <p:cNvSpPr txBox="1"/>
          <p:nvPr>
            <p:ph idx="1" type="subTitle"/>
          </p:nvPr>
        </p:nvSpPr>
        <p:spPr>
          <a:xfrm>
            <a:off x="1558284" y="3218500"/>
            <a:ext cx="2670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165" name="Google Shape;165;p27"/>
          <p:cNvSpPr txBox="1"/>
          <p:nvPr>
            <p:ph idx="2" type="subTitle"/>
          </p:nvPr>
        </p:nvSpPr>
        <p:spPr>
          <a:xfrm>
            <a:off x="4915116" y="3218500"/>
            <a:ext cx="2670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166" name="Google Shape;166;p27"/>
          <p:cNvSpPr txBox="1"/>
          <p:nvPr>
            <p:ph idx="3" type="subTitle"/>
          </p:nvPr>
        </p:nvSpPr>
        <p:spPr>
          <a:xfrm>
            <a:off x="1558284" y="3791200"/>
            <a:ext cx="267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67" name="Google Shape;167;p27"/>
          <p:cNvSpPr txBox="1"/>
          <p:nvPr>
            <p:ph idx="4" type="subTitle"/>
          </p:nvPr>
        </p:nvSpPr>
        <p:spPr>
          <a:xfrm>
            <a:off x="4915116" y="3791200"/>
            <a:ext cx="267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68" name="Google Shape;168;p2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69" name="Google Shape;169;p27"/>
          <p:cNvSpPr/>
          <p:nvPr>
            <p:ph idx="5" type="pic"/>
          </p:nvPr>
        </p:nvSpPr>
        <p:spPr>
          <a:xfrm>
            <a:off x="2757372" y="1468113"/>
            <a:ext cx="1471500" cy="17280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7"/>
          <p:cNvSpPr/>
          <p:nvPr>
            <p:ph idx="6" type="pic"/>
          </p:nvPr>
        </p:nvSpPr>
        <p:spPr>
          <a:xfrm>
            <a:off x="4915097" y="1468113"/>
            <a:ext cx="1471500" cy="1728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1_1_1_2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28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73" name="Google Shape;173;p28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28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5" name="Google Shape;175;p28"/>
          <p:cNvSpPr txBox="1"/>
          <p:nvPr>
            <p:ph idx="1" type="subTitle"/>
          </p:nvPr>
        </p:nvSpPr>
        <p:spPr>
          <a:xfrm>
            <a:off x="1344221" y="1947425"/>
            <a:ext cx="21048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176" name="Google Shape;176;p28"/>
          <p:cNvSpPr txBox="1"/>
          <p:nvPr>
            <p:ph idx="2" type="subTitle"/>
          </p:nvPr>
        </p:nvSpPr>
        <p:spPr>
          <a:xfrm>
            <a:off x="1344221" y="2432225"/>
            <a:ext cx="2104800" cy="147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77" name="Google Shape;177;p28"/>
          <p:cNvSpPr txBox="1"/>
          <p:nvPr>
            <p:ph idx="3" type="subTitle"/>
          </p:nvPr>
        </p:nvSpPr>
        <p:spPr>
          <a:xfrm>
            <a:off x="3519597" y="2432225"/>
            <a:ext cx="2104800" cy="147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78" name="Google Shape;178;p28"/>
          <p:cNvSpPr txBox="1"/>
          <p:nvPr>
            <p:ph idx="4" type="subTitle"/>
          </p:nvPr>
        </p:nvSpPr>
        <p:spPr>
          <a:xfrm>
            <a:off x="5694972" y="2432225"/>
            <a:ext cx="2104800" cy="147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79" name="Google Shape;179;p2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80" name="Google Shape;180;p28"/>
          <p:cNvSpPr txBox="1"/>
          <p:nvPr>
            <p:ph idx="5" type="subTitle"/>
          </p:nvPr>
        </p:nvSpPr>
        <p:spPr>
          <a:xfrm>
            <a:off x="3519600" y="1947425"/>
            <a:ext cx="21048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181" name="Google Shape;181;p28"/>
          <p:cNvSpPr txBox="1"/>
          <p:nvPr>
            <p:ph idx="6" type="subTitle"/>
          </p:nvPr>
        </p:nvSpPr>
        <p:spPr>
          <a:xfrm>
            <a:off x="5694979" y="1947425"/>
            <a:ext cx="21048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BLANK_1_1_1_2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3500032" scaled="0"/>
        </a:gra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183;p29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84" name="Google Shape;184;p29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9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6" name="Google Shape;186;p2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87" name="Google Shape;187;p29"/>
          <p:cNvSpPr txBox="1"/>
          <p:nvPr>
            <p:ph idx="1" type="subTitle"/>
          </p:nvPr>
        </p:nvSpPr>
        <p:spPr>
          <a:xfrm>
            <a:off x="1906800" y="1300125"/>
            <a:ext cx="53304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188" name="Google Shape;188;p29"/>
          <p:cNvSpPr txBox="1"/>
          <p:nvPr>
            <p:ph idx="2" type="subTitle"/>
          </p:nvPr>
        </p:nvSpPr>
        <p:spPr>
          <a:xfrm>
            <a:off x="1906800" y="1705701"/>
            <a:ext cx="5330400" cy="60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89" name="Google Shape;189;p29"/>
          <p:cNvSpPr txBox="1"/>
          <p:nvPr>
            <p:ph idx="3" type="subTitle"/>
          </p:nvPr>
        </p:nvSpPr>
        <p:spPr>
          <a:xfrm>
            <a:off x="1906800" y="2815772"/>
            <a:ext cx="5330400" cy="60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90" name="Google Shape;190;p29"/>
          <p:cNvSpPr txBox="1"/>
          <p:nvPr>
            <p:ph idx="4" type="subTitle"/>
          </p:nvPr>
        </p:nvSpPr>
        <p:spPr>
          <a:xfrm>
            <a:off x="1906800" y="3926000"/>
            <a:ext cx="5330400" cy="60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91" name="Google Shape;191;p29"/>
          <p:cNvSpPr txBox="1"/>
          <p:nvPr>
            <p:ph idx="5" type="subTitle"/>
          </p:nvPr>
        </p:nvSpPr>
        <p:spPr>
          <a:xfrm>
            <a:off x="1906800" y="2410325"/>
            <a:ext cx="53304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192" name="Google Shape;192;p29"/>
          <p:cNvSpPr txBox="1"/>
          <p:nvPr>
            <p:ph idx="6" type="subTitle"/>
          </p:nvPr>
        </p:nvSpPr>
        <p:spPr>
          <a:xfrm>
            <a:off x="1906800" y="3520525"/>
            <a:ext cx="53304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1_1_1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6200038" scaled="0"/>
        </a:gra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4" name="Google Shape;194;p30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195" name="Google Shape;195;p30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30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97" name="Google Shape;197;p30"/>
          <p:cNvSpPr txBox="1"/>
          <p:nvPr>
            <p:ph idx="1" type="subTitle"/>
          </p:nvPr>
        </p:nvSpPr>
        <p:spPr>
          <a:xfrm>
            <a:off x="1195862" y="1555975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198" name="Google Shape;198;p30"/>
          <p:cNvSpPr txBox="1"/>
          <p:nvPr>
            <p:ph idx="2" type="subTitle"/>
          </p:nvPr>
        </p:nvSpPr>
        <p:spPr>
          <a:xfrm>
            <a:off x="1195862" y="2040775"/>
            <a:ext cx="2867100" cy="8631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99" name="Google Shape;199;p30"/>
          <p:cNvSpPr txBox="1"/>
          <p:nvPr>
            <p:ph idx="3" type="subTitle"/>
          </p:nvPr>
        </p:nvSpPr>
        <p:spPr>
          <a:xfrm>
            <a:off x="5081038" y="2040775"/>
            <a:ext cx="2867100" cy="8631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00" name="Google Shape;200;p30"/>
          <p:cNvSpPr txBox="1"/>
          <p:nvPr>
            <p:ph idx="4" type="subTitle"/>
          </p:nvPr>
        </p:nvSpPr>
        <p:spPr>
          <a:xfrm>
            <a:off x="1195862" y="3430700"/>
            <a:ext cx="2867100" cy="8631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01" name="Google Shape;201;p30"/>
          <p:cNvSpPr txBox="1"/>
          <p:nvPr>
            <p:ph idx="5" type="subTitle"/>
          </p:nvPr>
        </p:nvSpPr>
        <p:spPr>
          <a:xfrm>
            <a:off x="5081038" y="3430700"/>
            <a:ext cx="2867100" cy="8631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02" name="Google Shape;202;p3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03" name="Google Shape;203;p30"/>
          <p:cNvSpPr txBox="1"/>
          <p:nvPr>
            <p:ph idx="6" type="subTitle"/>
          </p:nvPr>
        </p:nvSpPr>
        <p:spPr>
          <a:xfrm>
            <a:off x="1195862" y="2945900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04" name="Google Shape;204;p30"/>
          <p:cNvSpPr txBox="1"/>
          <p:nvPr>
            <p:ph idx="7" type="subTitle"/>
          </p:nvPr>
        </p:nvSpPr>
        <p:spPr>
          <a:xfrm>
            <a:off x="5081037" y="1555975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05" name="Google Shape;205;p30"/>
          <p:cNvSpPr txBox="1"/>
          <p:nvPr>
            <p:ph idx="8" type="subTitle"/>
          </p:nvPr>
        </p:nvSpPr>
        <p:spPr>
          <a:xfrm>
            <a:off x="5081037" y="2945900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1_1_1_1_1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" name="Google Shape;207;p31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208" name="Google Shape;208;p31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31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0" name="Google Shape;210;p3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11" name="Google Shape;211;p31"/>
          <p:cNvSpPr txBox="1"/>
          <p:nvPr>
            <p:ph idx="1" type="subTitle"/>
          </p:nvPr>
        </p:nvSpPr>
        <p:spPr>
          <a:xfrm>
            <a:off x="880749" y="1880201"/>
            <a:ext cx="2377500" cy="83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2" name="Google Shape;212;p31"/>
          <p:cNvSpPr txBox="1"/>
          <p:nvPr>
            <p:ph idx="2" type="subTitle"/>
          </p:nvPr>
        </p:nvSpPr>
        <p:spPr>
          <a:xfrm>
            <a:off x="3383249" y="1880201"/>
            <a:ext cx="2377500" cy="83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3" name="Google Shape;213;p31"/>
          <p:cNvSpPr txBox="1"/>
          <p:nvPr>
            <p:ph idx="3" type="subTitle"/>
          </p:nvPr>
        </p:nvSpPr>
        <p:spPr>
          <a:xfrm>
            <a:off x="5885749" y="1880201"/>
            <a:ext cx="2377500" cy="83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4" name="Google Shape;214;p31"/>
          <p:cNvSpPr txBox="1"/>
          <p:nvPr>
            <p:ph idx="4" type="subTitle"/>
          </p:nvPr>
        </p:nvSpPr>
        <p:spPr>
          <a:xfrm>
            <a:off x="880749" y="3382425"/>
            <a:ext cx="2377500" cy="83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5" name="Google Shape;215;p31"/>
          <p:cNvSpPr txBox="1"/>
          <p:nvPr>
            <p:ph idx="5" type="subTitle"/>
          </p:nvPr>
        </p:nvSpPr>
        <p:spPr>
          <a:xfrm>
            <a:off x="3383249" y="3382425"/>
            <a:ext cx="2377500" cy="83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6" name="Google Shape;216;p31"/>
          <p:cNvSpPr txBox="1"/>
          <p:nvPr>
            <p:ph idx="6" type="subTitle"/>
          </p:nvPr>
        </p:nvSpPr>
        <p:spPr>
          <a:xfrm>
            <a:off x="5885749" y="3382425"/>
            <a:ext cx="2377500" cy="833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7" name="Google Shape;217;p31"/>
          <p:cNvSpPr txBox="1"/>
          <p:nvPr>
            <p:ph idx="7" type="subTitle"/>
          </p:nvPr>
        </p:nvSpPr>
        <p:spPr>
          <a:xfrm>
            <a:off x="875763" y="1397850"/>
            <a:ext cx="23775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18" name="Google Shape;218;p31"/>
          <p:cNvSpPr txBox="1"/>
          <p:nvPr>
            <p:ph idx="8" type="subTitle"/>
          </p:nvPr>
        </p:nvSpPr>
        <p:spPr>
          <a:xfrm>
            <a:off x="3383249" y="1397850"/>
            <a:ext cx="23775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19" name="Google Shape;219;p31"/>
          <p:cNvSpPr txBox="1"/>
          <p:nvPr>
            <p:ph idx="9" type="subTitle"/>
          </p:nvPr>
        </p:nvSpPr>
        <p:spPr>
          <a:xfrm>
            <a:off x="5890735" y="1397850"/>
            <a:ext cx="23775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20" name="Google Shape;220;p31"/>
          <p:cNvSpPr txBox="1"/>
          <p:nvPr>
            <p:ph idx="13" type="subTitle"/>
          </p:nvPr>
        </p:nvSpPr>
        <p:spPr>
          <a:xfrm>
            <a:off x="875763" y="2895525"/>
            <a:ext cx="23775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21" name="Google Shape;221;p31"/>
          <p:cNvSpPr txBox="1"/>
          <p:nvPr>
            <p:ph idx="14" type="subTitle"/>
          </p:nvPr>
        </p:nvSpPr>
        <p:spPr>
          <a:xfrm>
            <a:off x="3383249" y="2895525"/>
            <a:ext cx="23775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22" name="Google Shape;222;p31"/>
          <p:cNvSpPr txBox="1"/>
          <p:nvPr>
            <p:ph idx="15" type="subTitle"/>
          </p:nvPr>
        </p:nvSpPr>
        <p:spPr>
          <a:xfrm>
            <a:off x="5890735" y="2895525"/>
            <a:ext cx="23775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23" name="Google Shape;223;p31"/>
          <p:cNvSpPr/>
          <p:nvPr/>
        </p:nvSpPr>
        <p:spPr>
          <a:xfrm>
            <a:off x="8297350" y="4497800"/>
            <a:ext cx="263100" cy="2631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31"/>
          <p:cNvSpPr/>
          <p:nvPr/>
        </p:nvSpPr>
        <p:spPr>
          <a:xfrm>
            <a:off x="357150" y="517300"/>
            <a:ext cx="263100" cy="2631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1_1_1_1_1_1">
    <p:bg>
      <p:bgPr>
        <a:gradFill>
          <a:gsLst>
            <a:gs pos="0">
              <a:schemeClr val="lt1"/>
            </a:gs>
            <a:gs pos="22000">
              <a:schemeClr val="dk2"/>
            </a:gs>
            <a:gs pos="49000">
              <a:srgbClr val="121212"/>
            </a:gs>
            <a:gs pos="100000">
              <a:schemeClr val="accent1"/>
            </a:gs>
          </a:gsLst>
          <a:lin ang="5400700" scaled="0"/>
        </a:gra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oogle Shape;226;p32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227" name="Google Shape;227;p32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32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9" name="Google Shape;229;p32"/>
          <p:cNvSpPr txBox="1"/>
          <p:nvPr>
            <p:ph hasCustomPrompt="1" type="title"/>
          </p:nvPr>
        </p:nvSpPr>
        <p:spPr>
          <a:xfrm>
            <a:off x="2023950" y="654288"/>
            <a:ext cx="5096100" cy="8283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r>
              <a:t>xx%</a:t>
            </a:r>
          </a:p>
        </p:txBody>
      </p:sp>
      <p:sp>
        <p:nvSpPr>
          <p:cNvPr id="230" name="Google Shape;230;p32"/>
          <p:cNvSpPr txBox="1"/>
          <p:nvPr>
            <p:ph idx="1" type="subTitle"/>
          </p:nvPr>
        </p:nvSpPr>
        <p:spPr>
          <a:xfrm>
            <a:off x="2023950" y="1436515"/>
            <a:ext cx="5096100" cy="4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31" name="Google Shape;231;p32"/>
          <p:cNvSpPr txBox="1"/>
          <p:nvPr>
            <p:ph hasCustomPrompt="1" idx="2" type="title"/>
          </p:nvPr>
        </p:nvSpPr>
        <p:spPr>
          <a:xfrm>
            <a:off x="2023950" y="1958030"/>
            <a:ext cx="5096100" cy="8283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r>
              <a:t>xx%</a:t>
            </a:r>
          </a:p>
        </p:txBody>
      </p:sp>
      <p:sp>
        <p:nvSpPr>
          <p:cNvPr id="232" name="Google Shape;232;p32"/>
          <p:cNvSpPr txBox="1"/>
          <p:nvPr>
            <p:ph idx="3" type="subTitle"/>
          </p:nvPr>
        </p:nvSpPr>
        <p:spPr>
          <a:xfrm>
            <a:off x="2023950" y="2740257"/>
            <a:ext cx="5096100" cy="4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33" name="Google Shape;233;p32"/>
          <p:cNvSpPr txBox="1"/>
          <p:nvPr>
            <p:ph hasCustomPrompt="1" idx="4" type="title"/>
          </p:nvPr>
        </p:nvSpPr>
        <p:spPr>
          <a:xfrm>
            <a:off x="2023950" y="3261785"/>
            <a:ext cx="5096100" cy="8283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r>
              <a:t>xx%</a:t>
            </a:r>
          </a:p>
        </p:txBody>
      </p:sp>
      <p:sp>
        <p:nvSpPr>
          <p:cNvPr id="234" name="Google Shape;234;p32"/>
          <p:cNvSpPr txBox="1"/>
          <p:nvPr>
            <p:ph idx="5" type="subTitle"/>
          </p:nvPr>
        </p:nvSpPr>
        <p:spPr>
          <a:xfrm>
            <a:off x="2023950" y="4044012"/>
            <a:ext cx="5096100" cy="44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BLANK_1_1_1_2_1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3500032" scaled="0"/>
        </a:gra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oogle Shape;236;p33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237" name="Google Shape;237;p33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33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9" name="Google Shape;239;p3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40" name="Google Shape;240;p33"/>
          <p:cNvSpPr txBox="1"/>
          <p:nvPr>
            <p:ph idx="1" type="subTitle"/>
          </p:nvPr>
        </p:nvSpPr>
        <p:spPr>
          <a:xfrm>
            <a:off x="847500" y="3106956"/>
            <a:ext cx="22590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41" name="Google Shape;241;p33"/>
          <p:cNvSpPr txBox="1"/>
          <p:nvPr>
            <p:ph idx="2" type="subTitle"/>
          </p:nvPr>
        </p:nvSpPr>
        <p:spPr>
          <a:xfrm>
            <a:off x="847500" y="3591755"/>
            <a:ext cx="2259000" cy="7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42" name="Google Shape;242;p33"/>
          <p:cNvSpPr txBox="1"/>
          <p:nvPr>
            <p:ph idx="3" type="subTitle"/>
          </p:nvPr>
        </p:nvSpPr>
        <p:spPr>
          <a:xfrm>
            <a:off x="3442493" y="3591755"/>
            <a:ext cx="2259000" cy="7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43" name="Google Shape;243;p33"/>
          <p:cNvSpPr txBox="1"/>
          <p:nvPr>
            <p:ph idx="4" type="subTitle"/>
          </p:nvPr>
        </p:nvSpPr>
        <p:spPr>
          <a:xfrm>
            <a:off x="6037486" y="3591755"/>
            <a:ext cx="2259000" cy="7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44" name="Google Shape;244;p33"/>
          <p:cNvSpPr txBox="1"/>
          <p:nvPr>
            <p:ph idx="5" type="subTitle"/>
          </p:nvPr>
        </p:nvSpPr>
        <p:spPr>
          <a:xfrm>
            <a:off x="3442493" y="3106956"/>
            <a:ext cx="22590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45" name="Google Shape;245;p33"/>
          <p:cNvSpPr txBox="1"/>
          <p:nvPr>
            <p:ph idx="6" type="subTitle"/>
          </p:nvPr>
        </p:nvSpPr>
        <p:spPr>
          <a:xfrm>
            <a:off x="6037486" y="3106956"/>
            <a:ext cx="2259000" cy="484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i="1"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ice"/>
              <a:buNone/>
              <a:defRPr sz="2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9pPr>
          </a:lstStyle>
          <a:p/>
        </p:txBody>
      </p:sp>
      <p:sp>
        <p:nvSpPr>
          <p:cNvPr id="246" name="Google Shape;246;p33"/>
          <p:cNvSpPr txBox="1"/>
          <p:nvPr>
            <p:ph hasCustomPrompt="1" idx="7" type="title"/>
          </p:nvPr>
        </p:nvSpPr>
        <p:spPr>
          <a:xfrm>
            <a:off x="6550452" y="2485525"/>
            <a:ext cx="1233000" cy="59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7" name="Google Shape;247;p33"/>
          <p:cNvSpPr txBox="1"/>
          <p:nvPr>
            <p:ph hasCustomPrompt="1" idx="8" type="title"/>
          </p:nvPr>
        </p:nvSpPr>
        <p:spPr>
          <a:xfrm>
            <a:off x="3955480" y="2485525"/>
            <a:ext cx="1233000" cy="59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8" name="Google Shape;248;p33"/>
          <p:cNvSpPr txBox="1"/>
          <p:nvPr>
            <p:ph hasCustomPrompt="1" idx="9" type="title"/>
          </p:nvPr>
        </p:nvSpPr>
        <p:spPr>
          <a:xfrm>
            <a:off x="1360507" y="2485525"/>
            <a:ext cx="1233000" cy="5934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_1_1_1_1_1_2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3500032" scaled="0"/>
        </a:gra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Google Shape;250;p34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251" name="Google Shape;251;p34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34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3" name="Google Shape;253;p34"/>
          <p:cNvSpPr txBox="1"/>
          <p:nvPr>
            <p:ph type="ctrTitle"/>
          </p:nvPr>
        </p:nvSpPr>
        <p:spPr>
          <a:xfrm>
            <a:off x="2429950" y="1050825"/>
            <a:ext cx="4284000" cy="99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54" name="Google Shape;254;p34"/>
          <p:cNvSpPr txBox="1"/>
          <p:nvPr>
            <p:ph idx="1" type="subTitle"/>
          </p:nvPr>
        </p:nvSpPr>
        <p:spPr>
          <a:xfrm>
            <a:off x="2425075" y="2085550"/>
            <a:ext cx="4293900" cy="108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5" name="Google Shape;255;p34"/>
          <p:cNvSpPr txBox="1"/>
          <p:nvPr/>
        </p:nvSpPr>
        <p:spPr>
          <a:xfrm>
            <a:off x="2429950" y="3207875"/>
            <a:ext cx="4284000" cy="434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CREDITS: This presentation template was created by </a:t>
            </a:r>
            <a:r>
              <a:rPr b="1" lang="en" sz="1000" u="sng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 u="sng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,</a:t>
            </a:r>
            <a:r>
              <a:rPr lang="en" sz="10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 and includes icons by </a:t>
            </a:r>
            <a:r>
              <a:rPr b="1" lang="en" sz="1000" u="sng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1" lang="en" sz="10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 </a:t>
            </a:r>
            <a:r>
              <a:rPr lang="en" sz="10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and infographics &amp; images by </a:t>
            </a:r>
            <a:r>
              <a:rPr b="1" lang="en" sz="1000" u="sng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000" u="sng"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" name="Google Shape;257;p35"/>
          <p:cNvGrpSpPr/>
          <p:nvPr/>
        </p:nvGrpSpPr>
        <p:grpSpPr>
          <a:xfrm>
            <a:off x="345750" y="246900"/>
            <a:ext cx="8452500" cy="4679700"/>
            <a:chOff x="345750" y="246900"/>
            <a:chExt cx="8452500" cy="4679700"/>
          </a:xfrm>
        </p:grpSpPr>
        <p:sp>
          <p:nvSpPr>
            <p:cNvPr id="258" name="Google Shape;258;p35"/>
            <p:cNvSpPr/>
            <p:nvPr/>
          </p:nvSpPr>
          <p:spPr>
            <a:xfrm>
              <a:off x="345750" y="246900"/>
              <a:ext cx="8452500" cy="4679700"/>
            </a:xfrm>
            <a:prstGeom prst="roundRect">
              <a:avLst>
                <a:gd fmla="val 8613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35"/>
            <p:cNvSpPr/>
            <p:nvPr/>
          </p:nvSpPr>
          <p:spPr>
            <a:xfrm>
              <a:off x="651300" y="560400"/>
              <a:ext cx="7841400" cy="4022700"/>
            </a:xfrm>
            <a:prstGeom prst="roundRect">
              <a:avLst>
                <a:gd fmla="val 8613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0" name="Google Shape;260;p35"/>
          <p:cNvSpPr/>
          <p:nvPr/>
        </p:nvSpPr>
        <p:spPr>
          <a:xfrm>
            <a:off x="7767125" y="4049300"/>
            <a:ext cx="263100" cy="2631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35"/>
          <p:cNvSpPr/>
          <p:nvPr/>
        </p:nvSpPr>
        <p:spPr>
          <a:xfrm>
            <a:off x="8030225" y="3733250"/>
            <a:ext cx="111300" cy="1113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1_1">
    <p:bg>
      <p:bgPr>
        <a:gradFill>
          <a:gsLst>
            <a:gs pos="0">
              <a:schemeClr val="lt1"/>
            </a:gs>
            <a:gs pos="32000">
              <a:schemeClr val="dk2"/>
            </a:gs>
            <a:gs pos="59000">
              <a:srgbClr val="121212"/>
            </a:gs>
            <a:gs pos="100000">
              <a:schemeClr val="accent1"/>
            </a:gs>
          </a:gsLst>
          <a:lin ang="13500032" scaled="0"/>
        </a:gra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oogle Shape;263;p36"/>
          <p:cNvGrpSpPr/>
          <p:nvPr/>
        </p:nvGrpSpPr>
        <p:grpSpPr>
          <a:xfrm>
            <a:off x="138000" y="138450"/>
            <a:ext cx="8868000" cy="4866600"/>
            <a:chOff x="138000" y="138450"/>
            <a:chExt cx="8868000" cy="4866600"/>
          </a:xfrm>
        </p:grpSpPr>
        <p:sp>
          <p:nvSpPr>
            <p:cNvPr id="264" name="Google Shape;264;p36"/>
            <p:cNvSpPr/>
            <p:nvPr/>
          </p:nvSpPr>
          <p:spPr>
            <a:xfrm>
              <a:off x="138000" y="138450"/>
              <a:ext cx="8868000" cy="4866600"/>
            </a:xfrm>
            <a:prstGeom prst="roundRect">
              <a:avLst>
                <a:gd fmla="val 6117" name="adj"/>
              </a:avLst>
            </a:prstGeom>
            <a:noFill/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36"/>
            <p:cNvSpPr/>
            <p:nvPr/>
          </p:nvSpPr>
          <p:spPr>
            <a:xfrm>
              <a:off x="286800" y="270000"/>
              <a:ext cx="8570400" cy="4603500"/>
            </a:xfrm>
            <a:prstGeom prst="roundRect">
              <a:avLst>
                <a:gd fmla="val 5178" name="adj"/>
              </a:avLst>
            </a:prstGeom>
            <a:gradFill>
              <a:gsLst>
                <a:gs pos="0">
                  <a:schemeClr val="lt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  <a:effectLst>
              <a:outerShdw blurRad="242888" rotWithShape="0" algn="bl" dir="8100000" dist="76200">
                <a:schemeClr val="dk2"/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6" name="Google Shape;266;p36"/>
          <p:cNvSpPr/>
          <p:nvPr/>
        </p:nvSpPr>
        <p:spPr>
          <a:xfrm>
            <a:off x="445975" y="4421300"/>
            <a:ext cx="263100" cy="2631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36"/>
          <p:cNvSpPr/>
          <p:nvPr/>
        </p:nvSpPr>
        <p:spPr>
          <a:xfrm>
            <a:off x="8586725" y="385150"/>
            <a:ext cx="111300" cy="1113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9"/>
          <p:cNvSpPr txBox="1"/>
          <p:nvPr>
            <p:ph type="title"/>
          </p:nvPr>
        </p:nvSpPr>
        <p:spPr>
          <a:xfrm>
            <a:off x="716775" y="510900"/>
            <a:ext cx="77106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7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ice"/>
              <a:buNone/>
              <a:defRPr i="1" sz="35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●"/>
              <a:defRPr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defRPr>
            </a:lvl1pPr>
            <a:lvl2pPr indent="-304800" lvl="1" marL="9144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○"/>
              <a:defRPr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indent="-304800" lvl="2" marL="13716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■"/>
              <a:defRPr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indent="-304800" lvl="3" marL="1828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●"/>
              <a:defRPr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indent="-304800" lvl="4" marL="22860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○"/>
              <a:defRPr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indent="-304800" lvl="5" marL="27432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■"/>
              <a:defRPr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indent="-304800" lvl="6" marL="32004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●"/>
              <a:defRPr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indent="-304800" lvl="7" marL="36576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ed Hat Text"/>
              <a:buChar char="○"/>
              <a:defRPr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indent="-304800" lvl="8" marL="41148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ed Hat Text"/>
              <a:buChar char="■"/>
              <a:defRPr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7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70" name="Google Shape;270;p37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3" r:id="rId1"/>
    <p:sldLayoutId id="2147483684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37000">
              <a:schemeClr val="dk2"/>
            </a:gs>
            <a:gs pos="68000">
              <a:srgbClr val="121212"/>
            </a:gs>
            <a:gs pos="100000">
              <a:schemeClr val="accent1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0"/>
          <p:cNvSpPr txBox="1"/>
          <p:nvPr>
            <p:ph idx="1" type="subTitle"/>
          </p:nvPr>
        </p:nvSpPr>
        <p:spPr>
          <a:xfrm>
            <a:off x="2286000" y="3246120"/>
            <a:ext cx="4572000" cy="4572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Presenter Name | Course | Date</a:t>
            </a:r>
            <a:endParaRPr/>
          </a:p>
        </p:txBody>
      </p:sp>
      <p:sp>
        <p:nvSpPr>
          <p:cNvPr id="279" name="Google Shape;279;p40"/>
          <p:cNvSpPr/>
          <p:nvPr/>
        </p:nvSpPr>
        <p:spPr>
          <a:xfrm>
            <a:off x="1023100" y="802275"/>
            <a:ext cx="526200" cy="5262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40"/>
          <p:cNvSpPr/>
          <p:nvPr/>
        </p:nvSpPr>
        <p:spPr>
          <a:xfrm>
            <a:off x="7931100" y="4102875"/>
            <a:ext cx="263100" cy="2631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81" name="Google Shape;281;p40"/>
          <p:cNvCxnSpPr/>
          <p:nvPr/>
        </p:nvCxnSpPr>
        <p:spPr>
          <a:xfrm rot="10800000">
            <a:off x="2176272" y="3127248"/>
            <a:ext cx="518464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2" name="Google Shape;282;p40"/>
          <p:cNvSpPr txBox="1"/>
          <p:nvPr>
            <p:ph type="ctrTitle"/>
          </p:nvPr>
        </p:nvSpPr>
        <p:spPr>
          <a:xfrm>
            <a:off x="1143000" y="868680"/>
            <a:ext cx="6858000" cy="214884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From Partners to Competitors: The Changing Nature of South Korea-China Trade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71"/>
          <p:cNvSpPr txBox="1"/>
          <p:nvPr>
            <p:ph type="title"/>
          </p:nvPr>
        </p:nvSpPr>
        <p:spPr>
          <a:xfrm>
            <a:off x="548640" y="365760"/>
            <a:ext cx="8046720" cy="56692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Background: How the Relationship Developed</a:t>
            </a:r>
            <a:endParaRPr/>
          </a:p>
        </p:txBody>
      </p:sp>
      <p:sp>
        <p:nvSpPr>
          <p:cNvPr id="704" name="Google Shape;704;p71"/>
          <p:cNvSpPr/>
          <p:nvPr/>
        </p:nvSpPr>
        <p:spPr>
          <a:xfrm>
            <a:off x="502920" y="4069080"/>
            <a:ext cx="411480" cy="41148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" name="Google Shape;705;p71"/>
          <p:cNvSpPr/>
          <p:nvPr/>
        </p:nvSpPr>
        <p:spPr>
          <a:xfrm>
            <a:off x="8085325" y="4203125"/>
            <a:ext cx="263100" cy="263100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0" name="1992 year"/>
          <p:cNvSpPr txBox="1"/>
          <p:nvPr/>
        </p:nvSpPr>
        <p:spPr>
          <a:xfrm>
            <a:off x="1005840" y="1051560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16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1992</a:t>
            </a:r>
          </a:p>
        </p:txBody>
      </p:sp>
      <p:sp>
        <p:nvSpPr>
          <p:cNvPr id="801" name="1992 value"/>
          <p:cNvSpPr txBox="1"/>
          <p:nvPr/>
        </p:nvSpPr>
        <p:spPr>
          <a:xfrm>
            <a:off x="1005840" y="1344168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4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$6.4B</a:t>
            </a:r>
          </a:p>
        </p:txBody>
      </p:sp>
      <p:sp>
        <p:nvSpPr>
          <p:cNvPr id="802" name="1992 description"/>
          <p:cNvSpPr txBox="1"/>
          <p:nvPr/>
        </p:nvSpPr>
        <p:spPr>
          <a:xfrm>
            <a:off x="960120" y="1993392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Diplomatic ties established</a:t>
            </a:r>
          </a:p>
        </p:txBody>
      </p:sp>
      <p:sp>
        <p:nvSpPr>
          <p:cNvPr id="803" name="2025 year"/>
          <p:cNvSpPr txBox="1"/>
          <p:nvPr/>
        </p:nvSpPr>
        <p:spPr>
          <a:xfrm>
            <a:off x="5760720" y="1051560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16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2025</a:t>
            </a:r>
          </a:p>
        </p:txBody>
      </p:sp>
      <p:sp>
        <p:nvSpPr>
          <p:cNvPr id="804" name="2025 value"/>
          <p:cNvSpPr txBox="1"/>
          <p:nvPr/>
        </p:nvSpPr>
        <p:spPr>
          <a:xfrm>
            <a:off x="5760720" y="1344168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44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$273B</a:t>
            </a:r>
          </a:p>
        </p:txBody>
      </p:sp>
      <p:sp>
        <p:nvSpPr>
          <p:cNvPr id="805" name="2025 description"/>
          <p:cNvSpPr txBox="1"/>
          <p:nvPr/>
        </p:nvSpPr>
        <p:spPr>
          <a:xfrm>
            <a:off x="5715000" y="1993392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China is South Korea's largest trading partner</a:t>
            </a:r>
          </a:p>
        </p:txBody>
      </p:sp>
      <p:cxnSp>
        <p:nvCxnSpPr>
          <p:cNvPr id="806" name="Growth line left"/>
          <p:cNvCxnSpPr/>
          <p:nvPr/>
        </p:nvCxnSpPr>
        <p:spPr>
          <a:xfrm>
            <a:off x="3246120" y="1673352"/>
            <a:ext cx="41148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sp>
        <p:nvSpPr>
          <p:cNvPr id="807" name="Growth badge"/>
          <p:cNvSpPr/>
          <p:nvPr/>
        </p:nvSpPr>
        <p:spPr>
          <a:xfrm>
            <a:off x="3703320" y="1463040"/>
            <a:ext cx="1737360" cy="420624"/>
          </a:xfrm>
          <a:prstGeom prst="roundRect">
            <a:avLst>
              <a:gd fmla="val 33884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18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40x+ growth</a:t>
            </a:r>
          </a:p>
        </p:txBody>
      </p:sp>
      <p:cxnSp>
        <p:nvCxnSpPr>
          <p:cNvPr id="808" name="Growth line right"/>
          <p:cNvCxnSpPr/>
          <p:nvPr/>
        </p:nvCxnSpPr>
        <p:spPr>
          <a:xfrm>
            <a:off x="5486400" y="1673352"/>
            <a:ext cx="41148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sp>
        <p:nvSpPr>
          <p:cNvPr id="809" name="Flow heading"/>
          <p:cNvSpPr txBox="1"/>
          <p:nvPr/>
        </p:nvSpPr>
        <p:spPr>
          <a:xfrm>
            <a:off x="1828800" y="2578608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16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A complementary production relationship</a:t>
            </a:r>
          </a:p>
        </p:txBody>
      </p:sp>
      <p:sp>
        <p:nvSpPr>
          <p:cNvPr id="810" name="Flow step 1"/>
          <p:cNvSpPr/>
          <p:nvPr/>
        </p:nvSpPr>
        <p:spPr>
          <a:xfrm>
            <a:off x="1234440" y="2990088"/>
            <a:ext cx="1920240" cy="420624"/>
          </a:xfrm>
          <a:prstGeom prst="roundRect">
            <a:avLst>
              <a:gd fmla="val 33884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18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South Korea</a:t>
            </a:r>
          </a:p>
        </p:txBody>
      </p:sp>
      <p:sp>
        <p:nvSpPr>
          <p:cNvPr id="811" name="Flow step 1 description"/>
          <p:cNvSpPr txBox="1"/>
          <p:nvPr/>
        </p:nvSpPr>
        <p:spPr>
          <a:xfrm>
            <a:off x="1005840" y="347472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Intermediate goods: semiconductors, components, petrochemicals</a:t>
            </a:r>
          </a:p>
        </p:txBody>
      </p:sp>
      <p:sp>
        <p:nvSpPr>
          <p:cNvPr id="812" name="Flow step 2"/>
          <p:cNvSpPr/>
          <p:nvPr/>
        </p:nvSpPr>
        <p:spPr>
          <a:xfrm>
            <a:off x="3611880" y="2990088"/>
            <a:ext cx="1920240" cy="420624"/>
          </a:xfrm>
          <a:prstGeom prst="roundRect">
            <a:avLst>
              <a:gd fmla="val 33884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18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China</a:t>
            </a:r>
          </a:p>
        </p:txBody>
      </p:sp>
      <p:sp>
        <p:nvSpPr>
          <p:cNvPr id="813" name="Flow step 2 description"/>
          <p:cNvSpPr txBox="1"/>
          <p:nvPr/>
        </p:nvSpPr>
        <p:spPr>
          <a:xfrm>
            <a:off x="3383280" y="347472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Final assembly, including in Korean-built factories</a:t>
            </a:r>
          </a:p>
        </p:txBody>
      </p:sp>
      <p:sp>
        <p:nvSpPr>
          <p:cNvPr id="814" name="Flow step 3"/>
          <p:cNvSpPr/>
          <p:nvPr/>
        </p:nvSpPr>
        <p:spPr>
          <a:xfrm>
            <a:off x="5989320" y="2990088"/>
            <a:ext cx="1920240" cy="420624"/>
          </a:xfrm>
          <a:prstGeom prst="roundRect">
            <a:avLst>
              <a:gd fmla="val 33884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18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World markets</a:t>
            </a:r>
          </a:p>
        </p:txBody>
      </p:sp>
      <p:sp>
        <p:nvSpPr>
          <p:cNvPr id="815" name="Flow step 3 description"/>
          <p:cNvSpPr txBox="1"/>
          <p:nvPr/>
        </p:nvSpPr>
        <p:spPr>
          <a:xfrm>
            <a:off x="5760720" y="347472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Finished products sold in China and worldwide</a:t>
            </a:r>
          </a:p>
        </p:txBody>
      </p:sp>
      <p:cxnSp>
        <p:nvCxnSpPr>
          <p:cNvPr id="816" name="Flow connector 1"/>
          <p:cNvCxnSpPr/>
          <p:nvPr/>
        </p:nvCxnSpPr>
        <p:spPr>
          <a:xfrm>
            <a:off x="3154680" y="3200400"/>
            <a:ext cx="4572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817" name="Flow connector 2"/>
          <p:cNvCxnSpPr/>
          <p:nvPr/>
        </p:nvCxnSpPr>
        <p:spPr>
          <a:xfrm>
            <a:off x="5532120" y="3200400"/>
            <a:ext cx="4572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sp>
        <p:nvSpPr>
          <p:cNvPr id="818" name="Transition line"/>
          <p:cNvSpPr txBox="1"/>
          <p:nvPr/>
        </p:nvSpPr>
        <p:spPr>
          <a:xfrm>
            <a:off x="914400" y="426110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i="1" sz="1300">
                <a:solidFill>
                  <a:schemeClr val="dk1"/>
                </a:solidFill>
                <a:latin typeface="Alice"/>
                <a:ea typeface="Alice"/>
                <a:cs typeface="Alice"/>
                <a:sym typeface="Alice"/>
              </a:rPr>
              <a:t>As China's own industrial capabilities expand, the relationship is evolving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ia Economy by Slidesgo">
  <a:themeElements>
    <a:clrScheme name="Simple Light">
      <a:dk1>
        <a:srgbClr val="FFFFFF"/>
      </a:dk1>
      <a:lt1>
        <a:srgbClr val="242424"/>
      </a:lt1>
      <a:dk2>
        <a:srgbClr val="000000"/>
      </a:dk2>
      <a:lt2>
        <a:srgbClr val="4E4E4E"/>
      </a:lt2>
      <a:accent1>
        <a:srgbClr val="4D54A0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